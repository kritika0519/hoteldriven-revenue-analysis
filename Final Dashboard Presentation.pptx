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2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214D7B-5FA7-0BCF-2F62-131B80983AE7}" v="351" dt="2026-02-23T10:14:22.470"/>
    <p1510:client id="{9FAB3921-261D-091A-3BA0-EC5DBB70E94B}" v="555" dt="2026-02-23T12:19:28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0" autoAdjust="0"/>
  </p:normalViewPr>
  <p:slideViewPr>
    <p:cSldViewPr snapToGrid="0">
      <p:cViewPr>
        <p:scale>
          <a:sx n="50" d="100"/>
          <a:sy n="50" d="100"/>
        </p:scale>
        <p:origin x="1934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CHERLA RAJENDER REDDY" userId="f488507b5e97fb53" providerId="Windows Live" clId="Web-{9FAB3921-261D-091A-3BA0-EC5DBB70E94B}"/>
    <pc:docChg chg="modSld">
      <pc:chgData name="MUCHERLA RAJENDER REDDY" userId="f488507b5e97fb53" providerId="Windows Live" clId="Web-{9FAB3921-261D-091A-3BA0-EC5DBB70E94B}" dt="2026-02-23T12:19:28.645" v="541" actId="14100"/>
      <pc:docMkLst>
        <pc:docMk/>
      </pc:docMkLst>
      <pc:sldChg chg="addSp delSp modSp">
        <pc:chgData name="MUCHERLA RAJENDER REDDY" userId="f488507b5e97fb53" providerId="Windows Live" clId="Web-{9FAB3921-261D-091A-3BA0-EC5DBB70E94B}" dt="2026-02-23T12:17:33.831" v="515"/>
        <pc:sldMkLst>
          <pc:docMk/>
          <pc:sldMk cId="2989341407" sldId="257"/>
        </pc:sldMkLst>
        <pc:spChg chg="mod">
          <ac:chgData name="MUCHERLA RAJENDER REDDY" userId="f488507b5e97fb53" providerId="Windows Live" clId="Web-{9FAB3921-261D-091A-3BA0-EC5DBB70E94B}" dt="2026-02-23T11:44:01.855" v="364" actId="20577"/>
          <ac:spMkLst>
            <pc:docMk/>
            <pc:sldMk cId="2989341407" sldId="257"/>
            <ac:spMk id="2" creationId="{0825B038-F684-4051-9E9C-B627A600C821}"/>
          </ac:spMkLst>
        </pc:spChg>
        <pc:spChg chg="mod">
          <ac:chgData name="MUCHERLA RAJENDER REDDY" userId="f488507b5e97fb53" providerId="Windows Live" clId="Web-{9FAB3921-261D-091A-3BA0-EC5DBB70E94B}" dt="2026-02-23T11:23:23.323" v="90" actId="20577"/>
          <ac:spMkLst>
            <pc:docMk/>
            <pc:sldMk cId="2989341407" sldId="257"/>
            <ac:spMk id="3" creationId="{E32DF067-2A40-49A1-B71A-6BD393AA64FC}"/>
          </ac:spMkLst>
        </pc:spChg>
        <pc:spChg chg="mod">
          <ac:chgData name="MUCHERLA RAJENDER REDDY" userId="f488507b5e97fb53" providerId="Windows Live" clId="Web-{9FAB3921-261D-091A-3BA0-EC5DBB70E94B}" dt="2026-02-23T11:17:16.602" v="7" actId="20577"/>
          <ac:spMkLst>
            <pc:docMk/>
            <pc:sldMk cId="2989341407" sldId="257"/>
            <ac:spMk id="5" creationId="{4801FCB7-6A56-46A0-BCEF-06916E8764DD}"/>
          </ac:spMkLst>
        </pc:spChg>
        <pc:picChg chg="add del mod">
          <ac:chgData name="MUCHERLA RAJENDER REDDY" userId="f488507b5e97fb53" providerId="Windows Live" clId="Web-{9FAB3921-261D-091A-3BA0-EC5DBB70E94B}" dt="2026-02-23T12:17:33.831" v="515"/>
          <ac:picMkLst>
            <pc:docMk/>
            <pc:sldMk cId="2989341407" sldId="257"/>
            <ac:picMk id="7" creationId="{EA712D17-40D9-F025-10E6-73FF7992E79B}"/>
          </ac:picMkLst>
        </pc:picChg>
      </pc:sldChg>
      <pc:sldChg chg="modSp">
        <pc:chgData name="MUCHERLA RAJENDER REDDY" userId="f488507b5e97fb53" providerId="Windows Live" clId="Web-{9FAB3921-261D-091A-3BA0-EC5DBB70E94B}" dt="2026-02-23T11:44:40.780" v="370" actId="20577"/>
        <pc:sldMkLst>
          <pc:docMk/>
          <pc:sldMk cId="272866734" sldId="258"/>
        </pc:sldMkLst>
        <pc:spChg chg="mod">
          <ac:chgData name="MUCHERLA RAJENDER REDDY" userId="f488507b5e97fb53" providerId="Windows Live" clId="Web-{9FAB3921-261D-091A-3BA0-EC5DBB70E94B}" dt="2026-02-23T11:44:40.780" v="370" actId="20577"/>
          <ac:spMkLst>
            <pc:docMk/>
            <pc:sldMk cId="272866734" sldId="258"/>
            <ac:spMk id="2" creationId="{DD6D08AB-5C5B-47F1-BB41-6CD3C133D6FE}"/>
          </ac:spMkLst>
        </pc:spChg>
        <pc:spChg chg="mod">
          <ac:chgData name="MUCHERLA RAJENDER REDDY" userId="f488507b5e97fb53" providerId="Windows Live" clId="Web-{9FAB3921-261D-091A-3BA0-EC5DBB70E94B}" dt="2026-02-23T11:23:02.901" v="81" actId="20577"/>
          <ac:spMkLst>
            <pc:docMk/>
            <pc:sldMk cId="272866734" sldId="258"/>
            <ac:spMk id="3" creationId="{4360C1FA-073C-4E9D-A37B-05A267DE5768}"/>
          </ac:spMkLst>
        </pc:spChg>
        <pc:spChg chg="mod">
          <ac:chgData name="MUCHERLA RAJENDER REDDY" userId="f488507b5e97fb53" providerId="Windows Live" clId="Web-{9FAB3921-261D-091A-3BA0-EC5DBB70E94B}" dt="2026-02-23T11:17:25.978" v="14" actId="20577"/>
          <ac:spMkLst>
            <pc:docMk/>
            <pc:sldMk cId="272866734" sldId="258"/>
            <ac:spMk id="5" creationId="{40814028-AEDB-49CF-B915-49CE0ED262BE}"/>
          </ac:spMkLst>
        </pc:spChg>
      </pc:sldChg>
      <pc:sldChg chg="modSp">
        <pc:chgData name="MUCHERLA RAJENDER REDDY" userId="f488507b5e97fb53" providerId="Windows Live" clId="Web-{9FAB3921-261D-091A-3BA0-EC5DBB70E94B}" dt="2026-02-23T11:44:55.406" v="373" actId="20577"/>
        <pc:sldMkLst>
          <pc:docMk/>
          <pc:sldMk cId="3246968390" sldId="259"/>
        </pc:sldMkLst>
        <pc:spChg chg="mod">
          <ac:chgData name="MUCHERLA RAJENDER REDDY" userId="f488507b5e97fb53" providerId="Windows Live" clId="Web-{9FAB3921-261D-091A-3BA0-EC5DBB70E94B}" dt="2026-02-23T11:44:55.406" v="373" actId="20577"/>
          <ac:spMkLst>
            <pc:docMk/>
            <pc:sldMk cId="3246968390" sldId="259"/>
            <ac:spMk id="2" creationId="{4A5C611B-661A-4FAF-8A44-7163DD4F4AE4}"/>
          </ac:spMkLst>
        </pc:spChg>
        <pc:spChg chg="mod">
          <ac:chgData name="MUCHERLA RAJENDER REDDY" userId="f488507b5e97fb53" providerId="Windows Live" clId="Web-{9FAB3921-261D-091A-3BA0-EC5DBB70E94B}" dt="2026-02-23T11:23:44.449" v="95" actId="20577"/>
          <ac:spMkLst>
            <pc:docMk/>
            <pc:sldMk cId="3246968390" sldId="259"/>
            <ac:spMk id="3" creationId="{32710D7F-466B-486C-89D4-CAB6AE02917F}"/>
          </ac:spMkLst>
        </pc:spChg>
        <pc:spChg chg="mod">
          <ac:chgData name="MUCHERLA RAJENDER REDDY" userId="f488507b5e97fb53" providerId="Windows Live" clId="Web-{9FAB3921-261D-091A-3BA0-EC5DBB70E94B}" dt="2026-02-23T11:17:39.618" v="20" actId="20577"/>
          <ac:spMkLst>
            <pc:docMk/>
            <pc:sldMk cId="3246968390" sldId="259"/>
            <ac:spMk id="5" creationId="{EA38A6AE-CAA6-4B88-A81C-AB4F2EBB1C86}"/>
          </ac:spMkLst>
        </pc:spChg>
      </pc:sldChg>
      <pc:sldChg chg="modSp">
        <pc:chgData name="MUCHERLA RAJENDER REDDY" userId="f488507b5e97fb53" providerId="Windows Live" clId="Web-{9FAB3921-261D-091A-3BA0-EC5DBB70E94B}" dt="2026-02-23T11:45:09.328" v="376" actId="20577"/>
        <pc:sldMkLst>
          <pc:docMk/>
          <pc:sldMk cId="2497967090" sldId="260"/>
        </pc:sldMkLst>
        <pc:spChg chg="mod">
          <ac:chgData name="MUCHERLA RAJENDER REDDY" userId="f488507b5e97fb53" providerId="Windows Live" clId="Web-{9FAB3921-261D-091A-3BA0-EC5DBB70E94B}" dt="2026-02-23T11:45:09.328" v="376" actId="20577"/>
          <ac:spMkLst>
            <pc:docMk/>
            <pc:sldMk cId="2497967090" sldId="260"/>
            <ac:spMk id="2" creationId="{38D73869-C0BB-4EF8-ACDE-D440064C36F9}"/>
          </ac:spMkLst>
        </pc:spChg>
        <pc:spChg chg="mod">
          <ac:chgData name="MUCHERLA RAJENDER REDDY" userId="f488507b5e97fb53" providerId="Windows Live" clId="Web-{9FAB3921-261D-091A-3BA0-EC5DBB70E94B}" dt="2026-02-23T11:26:22.472" v="119" actId="20577"/>
          <ac:spMkLst>
            <pc:docMk/>
            <pc:sldMk cId="2497967090" sldId="260"/>
            <ac:spMk id="3" creationId="{14F30336-778C-4442-8A20-6D47ACA6CC15}"/>
          </ac:spMkLst>
        </pc:spChg>
        <pc:spChg chg="mod">
          <ac:chgData name="MUCHERLA RAJENDER REDDY" userId="f488507b5e97fb53" providerId="Windows Live" clId="Web-{9FAB3921-261D-091A-3BA0-EC5DBB70E94B}" dt="2026-02-23T11:17:47.431" v="22" actId="20577"/>
          <ac:spMkLst>
            <pc:docMk/>
            <pc:sldMk cId="2497967090" sldId="260"/>
            <ac:spMk id="5" creationId="{A8096523-59C2-40A3-A636-D8C0B6F5589B}"/>
          </ac:spMkLst>
        </pc:spChg>
      </pc:sldChg>
      <pc:sldChg chg="modSp">
        <pc:chgData name="MUCHERLA RAJENDER REDDY" userId="f488507b5e97fb53" providerId="Windows Live" clId="Web-{9FAB3921-261D-091A-3BA0-EC5DBB70E94B}" dt="2026-02-23T11:45:24.486" v="380" actId="20577"/>
        <pc:sldMkLst>
          <pc:docMk/>
          <pc:sldMk cId="4023024685" sldId="261"/>
        </pc:sldMkLst>
        <pc:spChg chg="mod">
          <ac:chgData name="MUCHERLA RAJENDER REDDY" userId="f488507b5e97fb53" providerId="Windows Live" clId="Web-{9FAB3921-261D-091A-3BA0-EC5DBB70E94B}" dt="2026-02-23T11:45:24.486" v="380" actId="20577"/>
          <ac:spMkLst>
            <pc:docMk/>
            <pc:sldMk cId="4023024685" sldId="261"/>
            <ac:spMk id="2" creationId="{A9510942-CCAC-4824-8775-7911A53A3FC3}"/>
          </ac:spMkLst>
        </pc:spChg>
        <pc:spChg chg="mod">
          <ac:chgData name="MUCHERLA RAJENDER REDDY" userId="f488507b5e97fb53" providerId="Windows Live" clId="Web-{9FAB3921-261D-091A-3BA0-EC5DBB70E94B}" dt="2026-02-23T11:27:53.819" v="131" actId="20577"/>
          <ac:spMkLst>
            <pc:docMk/>
            <pc:sldMk cId="4023024685" sldId="261"/>
            <ac:spMk id="3" creationId="{C2B29285-086D-4CA7-94FB-8A2BDF21FCC6}"/>
          </ac:spMkLst>
        </pc:spChg>
        <pc:spChg chg="mod">
          <ac:chgData name="MUCHERLA RAJENDER REDDY" userId="f488507b5e97fb53" providerId="Windows Live" clId="Web-{9FAB3921-261D-091A-3BA0-EC5DBB70E94B}" dt="2026-02-23T11:17:59.806" v="26" actId="20577"/>
          <ac:spMkLst>
            <pc:docMk/>
            <pc:sldMk cId="4023024685" sldId="261"/>
            <ac:spMk id="5" creationId="{4D725481-45AD-4915-B31F-E1D670453E41}"/>
          </ac:spMkLst>
        </pc:spChg>
      </pc:sldChg>
      <pc:sldChg chg="addSp modSp">
        <pc:chgData name="MUCHERLA RAJENDER REDDY" userId="f488507b5e97fb53" providerId="Windows Live" clId="Web-{9FAB3921-261D-091A-3BA0-EC5DBB70E94B}" dt="2026-02-23T12:05:49.340" v="411" actId="14100"/>
        <pc:sldMkLst>
          <pc:docMk/>
          <pc:sldMk cId="1799935618" sldId="262"/>
        </pc:sldMkLst>
        <pc:spChg chg="mod">
          <ac:chgData name="MUCHERLA RAJENDER REDDY" userId="f488507b5e97fb53" providerId="Windows Live" clId="Web-{9FAB3921-261D-091A-3BA0-EC5DBB70E94B}" dt="2026-02-23T11:45:40.987" v="383" actId="20577"/>
          <ac:spMkLst>
            <pc:docMk/>
            <pc:sldMk cId="1799935618" sldId="262"/>
            <ac:spMk id="2" creationId="{D4134DF0-E149-4C3F-A1DC-4911F0B6A2A6}"/>
          </ac:spMkLst>
        </pc:spChg>
        <pc:spChg chg="mod">
          <ac:chgData name="MUCHERLA RAJENDER REDDY" userId="f488507b5e97fb53" providerId="Windows Live" clId="Web-{9FAB3921-261D-091A-3BA0-EC5DBB70E94B}" dt="2026-02-23T11:49:56.019" v="404" actId="20577"/>
          <ac:spMkLst>
            <pc:docMk/>
            <pc:sldMk cId="1799935618" sldId="262"/>
            <ac:spMk id="3" creationId="{B948DFDC-B891-454A-8F6A-6843D85668EA}"/>
          </ac:spMkLst>
        </pc:spChg>
        <pc:spChg chg="mod">
          <ac:chgData name="MUCHERLA RAJENDER REDDY" userId="f488507b5e97fb53" providerId="Windows Live" clId="Web-{9FAB3921-261D-091A-3BA0-EC5DBB70E94B}" dt="2026-02-23T11:18:17.618" v="28" actId="20577"/>
          <ac:spMkLst>
            <pc:docMk/>
            <pc:sldMk cId="1799935618" sldId="262"/>
            <ac:spMk id="5" creationId="{CBA2A960-0F21-4F3C-900E-11762AC72ACD}"/>
          </ac:spMkLst>
        </pc:spChg>
        <pc:picChg chg="add mod">
          <ac:chgData name="MUCHERLA RAJENDER REDDY" userId="f488507b5e97fb53" providerId="Windows Live" clId="Web-{9FAB3921-261D-091A-3BA0-EC5DBB70E94B}" dt="2026-02-23T12:05:49.340" v="411" actId="14100"/>
          <ac:picMkLst>
            <pc:docMk/>
            <pc:sldMk cId="1799935618" sldId="262"/>
            <ac:picMk id="7" creationId="{9B496B6E-AFB8-4703-76D7-84B3B44D7490}"/>
          </ac:picMkLst>
        </pc:picChg>
      </pc:sldChg>
      <pc:sldChg chg="addSp modSp">
        <pc:chgData name="MUCHERLA RAJENDER REDDY" userId="f488507b5e97fb53" providerId="Windows Live" clId="Web-{9FAB3921-261D-091A-3BA0-EC5DBB70E94B}" dt="2026-02-23T12:07:32.765" v="437" actId="14100"/>
        <pc:sldMkLst>
          <pc:docMk/>
          <pc:sldMk cId="1791162143" sldId="263"/>
        </pc:sldMkLst>
        <pc:spChg chg="mod">
          <ac:chgData name="MUCHERLA RAJENDER REDDY" userId="f488507b5e97fb53" providerId="Windows Live" clId="Web-{9FAB3921-261D-091A-3BA0-EC5DBB70E94B}" dt="2026-02-23T11:45:57.972" v="385" actId="20577"/>
          <ac:spMkLst>
            <pc:docMk/>
            <pc:sldMk cId="1791162143" sldId="263"/>
            <ac:spMk id="2" creationId="{CD00D949-06C4-430F-83F0-BC446CF98FC3}"/>
          </ac:spMkLst>
        </pc:spChg>
        <pc:spChg chg="mod">
          <ac:chgData name="MUCHERLA RAJENDER REDDY" userId="f488507b5e97fb53" providerId="Windows Live" clId="Web-{9FAB3921-261D-091A-3BA0-EC5DBB70E94B}" dt="2026-02-23T12:07:15.999" v="433" actId="20577"/>
          <ac:spMkLst>
            <pc:docMk/>
            <pc:sldMk cId="1791162143" sldId="263"/>
            <ac:spMk id="3" creationId="{954D844B-3A90-4E9E-862B-5232D45F54AA}"/>
          </ac:spMkLst>
        </pc:spChg>
        <pc:spChg chg="mod">
          <ac:chgData name="MUCHERLA RAJENDER REDDY" userId="f488507b5e97fb53" providerId="Windows Live" clId="Web-{9FAB3921-261D-091A-3BA0-EC5DBB70E94B}" dt="2026-02-23T11:18:25.119" v="30" actId="20577"/>
          <ac:spMkLst>
            <pc:docMk/>
            <pc:sldMk cId="1791162143" sldId="263"/>
            <ac:spMk id="5" creationId="{9C334735-AA20-4CAC-8EDB-BFF105682E1F}"/>
          </ac:spMkLst>
        </pc:spChg>
        <pc:picChg chg="add mod">
          <ac:chgData name="MUCHERLA RAJENDER REDDY" userId="f488507b5e97fb53" providerId="Windows Live" clId="Web-{9FAB3921-261D-091A-3BA0-EC5DBB70E94B}" dt="2026-02-23T12:07:32.765" v="437" actId="14100"/>
          <ac:picMkLst>
            <pc:docMk/>
            <pc:sldMk cId="1791162143" sldId="263"/>
            <ac:picMk id="7" creationId="{7455DEBC-B8D4-490B-A892-F1B90EB971D1}"/>
          </ac:picMkLst>
        </pc:picChg>
      </pc:sldChg>
      <pc:sldChg chg="addSp modSp">
        <pc:chgData name="MUCHERLA RAJENDER REDDY" userId="f488507b5e97fb53" providerId="Windows Live" clId="Web-{9FAB3921-261D-091A-3BA0-EC5DBB70E94B}" dt="2026-02-23T12:08:19.518" v="444" actId="14100"/>
        <pc:sldMkLst>
          <pc:docMk/>
          <pc:sldMk cId="3674720425" sldId="264"/>
        </pc:sldMkLst>
        <pc:spChg chg="mod">
          <ac:chgData name="MUCHERLA RAJENDER REDDY" userId="f488507b5e97fb53" providerId="Windows Live" clId="Web-{9FAB3921-261D-091A-3BA0-EC5DBB70E94B}" dt="2026-02-23T11:46:21.270" v="387" actId="20577"/>
          <ac:spMkLst>
            <pc:docMk/>
            <pc:sldMk cId="3674720425" sldId="264"/>
            <ac:spMk id="2" creationId="{5126BA70-32D3-4EB3-AECC-FF0DB9CFC5DD}"/>
          </ac:spMkLst>
        </pc:spChg>
        <pc:spChg chg="mod">
          <ac:chgData name="MUCHERLA RAJENDER REDDY" userId="f488507b5e97fb53" providerId="Windows Live" clId="Web-{9FAB3921-261D-091A-3BA0-EC5DBB70E94B}" dt="2026-02-23T11:35:08.576" v="246" actId="20577"/>
          <ac:spMkLst>
            <pc:docMk/>
            <pc:sldMk cId="3674720425" sldId="264"/>
            <ac:spMk id="3" creationId="{3217E9C7-3EB1-4EA4-8B9B-0D5DFDC31EE1}"/>
          </ac:spMkLst>
        </pc:spChg>
        <pc:spChg chg="mod">
          <ac:chgData name="MUCHERLA RAJENDER REDDY" userId="f488507b5e97fb53" providerId="Windows Live" clId="Web-{9FAB3921-261D-091A-3BA0-EC5DBB70E94B}" dt="2026-02-23T11:18:39.431" v="34" actId="20577"/>
          <ac:spMkLst>
            <pc:docMk/>
            <pc:sldMk cId="3674720425" sldId="264"/>
            <ac:spMk id="5" creationId="{4DD55E86-AAC5-44A2-95F2-2282A58E960A}"/>
          </ac:spMkLst>
        </pc:spChg>
        <pc:picChg chg="add mod">
          <ac:chgData name="MUCHERLA RAJENDER REDDY" userId="f488507b5e97fb53" providerId="Windows Live" clId="Web-{9FAB3921-261D-091A-3BA0-EC5DBB70E94B}" dt="2026-02-23T12:08:19.518" v="444" actId="14100"/>
          <ac:picMkLst>
            <pc:docMk/>
            <pc:sldMk cId="3674720425" sldId="264"/>
            <ac:picMk id="7" creationId="{BA77E2AF-483F-FE4C-00F7-8E3C96FE52B1}"/>
          </ac:picMkLst>
        </pc:picChg>
      </pc:sldChg>
      <pc:sldChg chg="addSp modSp">
        <pc:chgData name="MUCHERLA RAJENDER REDDY" userId="f488507b5e97fb53" providerId="Windows Live" clId="Web-{9FAB3921-261D-091A-3BA0-EC5DBB70E94B}" dt="2026-02-23T12:09:10.583" v="451" actId="1076"/>
        <pc:sldMkLst>
          <pc:docMk/>
          <pc:sldMk cId="3259573907" sldId="265"/>
        </pc:sldMkLst>
        <pc:spChg chg="mod">
          <ac:chgData name="MUCHERLA RAJENDER REDDY" userId="f488507b5e97fb53" providerId="Windows Live" clId="Web-{9FAB3921-261D-091A-3BA0-EC5DBB70E94B}" dt="2026-02-23T11:46:33.614" v="389" actId="20577"/>
          <ac:spMkLst>
            <pc:docMk/>
            <pc:sldMk cId="3259573907" sldId="265"/>
            <ac:spMk id="2" creationId="{850C5D8A-F989-44D5-8E7F-545CEF4A970F}"/>
          </ac:spMkLst>
        </pc:spChg>
        <pc:spChg chg="mod">
          <ac:chgData name="MUCHERLA RAJENDER REDDY" userId="f488507b5e97fb53" providerId="Windows Live" clId="Web-{9FAB3921-261D-091A-3BA0-EC5DBB70E94B}" dt="2026-02-23T11:36:59.694" v="279" actId="20577"/>
          <ac:spMkLst>
            <pc:docMk/>
            <pc:sldMk cId="3259573907" sldId="265"/>
            <ac:spMk id="3" creationId="{54D7BA2C-A6A6-443E-BB9D-8D46FB97B513}"/>
          </ac:spMkLst>
        </pc:spChg>
        <pc:spChg chg="mod">
          <ac:chgData name="MUCHERLA RAJENDER REDDY" userId="f488507b5e97fb53" providerId="Windows Live" clId="Web-{9FAB3921-261D-091A-3BA0-EC5DBB70E94B}" dt="2026-02-23T11:18:50.791" v="36" actId="20577"/>
          <ac:spMkLst>
            <pc:docMk/>
            <pc:sldMk cId="3259573907" sldId="265"/>
            <ac:spMk id="5" creationId="{04896513-8E05-4B33-BDEB-4DFF2F7B0662}"/>
          </ac:spMkLst>
        </pc:spChg>
        <pc:picChg chg="add mod">
          <ac:chgData name="MUCHERLA RAJENDER REDDY" userId="f488507b5e97fb53" providerId="Windows Live" clId="Web-{9FAB3921-261D-091A-3BA0-EC5DBB70E94B}" dt="2026-02-23T12:09:10.583" v="451" actId="1076"/>
          <ac:picMkLst>
            <pc:docMk/>
            <pc:sldMk cId="3259573907" sldId="265"/>
            <ac:picMk id="7" creationId="{A1A8059F-659D-E2AD-9C56-635AB780F69F}"/>
          </ac:picMkLst>
        </pc:picChg>
      </pc:sldChg>
      <pc:sldChg chg="addSp modSp">
        <pc:chgData name="MUCHERLA RAJENDER REDDY" userId="f488507b5e97fb53" providerId="Windows Live" clId="Web-{9FAB3921-261D-091A-3BA0-EC5DBB70E94B}" dt="2026-02-23T12:09:40.772" v="458" actId="14100"/>
        <pc:sldMkLst>
          <pc:docMk/>
          <pc:sldMk cId="264925983" sldId="267"/>
        </pc:sldMkLst>
        <pc:spChg chg="mod">
          <ac:chgData name="MUCHERLA RAJENDER REDDY" userId="f488507b5e97fb53" providerId="Windows Live" clId="Web-{9FAB3921-261D-091A-3BA0-EC5DBB70E94B}" dt="2026-02-23T11:47:04.178" v="392" actId="20577"/>
          <ac:spMkLst>
            <pc:docMk/>
            <pc:sldMk cId="264925983" sldId="267"/>
            <ac:spMk id="2" creationId="{2E47A4ED-8DE5-4681-9435-8A20F6DF6780}"/>
          </ac:spMkLst>
        </pc:spChg>
        <pc:spChg chg="mod">
          <ac:chgData name="MUCHERLA RAJENDER REDDY" userId="f488507b5e97fb53" providerId="Windows Live" clId="Web-{9FAB3921-261D-091A-3BA0-EC5DBB70E94B}" dt="2026-02-23T11:38:35.479" v="308" actId="20577"/>
          <ac:spMkLst>
            <pc:docMk/>
            <pc:sldMk cId="264925983" sldId="267"/>
            <ac:spMk id="3" creationId="{2C554687-56A8-4D87-A4E0-1CCC7927EBFC}"/>
          </ac:spMkLst>
        </pc:spChg>
        <pc:spChg chg="mod">
          <ac:chgData name="MUCHERLA RAJENDER REDDY" userId="f488507b5e97fb53" providerId="Windows Live" clId="Web-{9FAB3921-261D-091A-3BA0-EC5DBB70E94B}" dt="2026-02-23T11:19:01.791" v="38" actId="20577"/>
          <ac:spMkLst>
            <pc:docMk/>
            <pc:sldMk cId="264925983" sldId="267"/>
            <ac:spMk id="5" creationId="{F204653C-55A6-436F-BB35-4D3FC78963A9}"/>
          </ac:spMkLst>
        </pc:spChg>
        <pc:picChg chg="add mod">
          <ac:chgData name="MUCHERLA RAJENDER REDDY" userId="f488507b5e97fb53" providerId="Windows Live" clId="Web-{9FAB3921-261D-091A-3BA0-EC5DBB70E94B}" dt="2026-02-23T12:09:40.772" v="458" actId="14100"/>
          <ac:picMkLst>
            <pc:docMk/>
            <pc:sldMk cId="264925983" sldId="267"/>
            <ac:picMk id="7" creationId="{122DB335-6CDE-71DB-DF9A-539295B55B67}"/>
          </ac:picMkLst>
        </pc:picChg>
      </pc:sldChg>
      <pc:sldChg chg="modSp">
        <pc:chgData name="MUCHERLA RAJENDER REDDY" userId="f488507b5e97fb53" providerId="Windows Live" clId="Web-{9FAB3921-261D-091A-3BA0-EC5DBB70E94B}" dt="2026-02-23T11:47:17.772" v="394" actId="20577"/>
        <pc:sldMkLst>
          <pc:docMk/>
          <pc:sldMk cId="1120978663" sldId="269"/>
        </pc:sldMkLst>
        <pc:spChg chg="mod">
          <ac:chgData name="MUCHERLA RAJENDER REDDY" userId="f488507b5e97fb53" providerId="Windows Live" clId="Web-{9FAB3921-261D-091A-3BA0-EC5DBB70E94B}" dt="2026-02-23T11:47:17.772" v="394" actId="20577"/>
          <ac:spMkLst>
            <pc:docMk/>
            <pc:sldMk cId="1120978663" sldId="269"/>
            <ac:spMk id="2" creationId="{3A1F7FAB-671A-4493-9299-1D3FC55C5094}"/>
          </ac:spMkLst>
        </pc:spChg>
        <pc:spChg chg="mod">
          <ac:chgData name="MUCHERLA RAJENDER REDDY" userId="f488507b5e97fb53" providerId="Windows Live" clId="Web-{9FAB3921-261D-091A-3BA0-EC5DBB70E94B}" dt="2026-02-23T11:39:27.761" v="319" actId="20577"/>
          <ac:spMkLst>
            <pc:docMk/>
            <pc:sldMk cId="1120978663" sldId="269"/>
            <ac:spMk id="3" creationId="{0CE0BA78-A819-4F16-BFE9-12DDC484EEA7}"/>
          </ac:spMkLst>
        </pc:spChg>
        <pc:spChg chg="mod">
          <ac:chgData name="MUCHERLA RAJENDER REDDY" userId="f488507b5e97fb53" providerId="Windows Live" clId="Web-{9FAB3921-261D-091A-3BA0-EC5DBB70E94B}" dt="2026-02-23T11:19:14.525" v="40" actId="20577"/>
          <ac:spMkLst>
            <pc:docMk/>
            <pc:sldMk cId="1120978663" sldId="269"/>
            <ac:spMk id="5" creationId="{E5E0D523-EB10-4F81-9EF6-BEA2903E2A61}"/>
          </ac:spMkLst>
        </pc:spChg>
      </pc:sldChg>
      <pc:sldChg chg="addSp modSp">
        <pc:chgData name="MUCHERLA RAJENDER REDDY" userId="f488507b5e97fb53" providerId="Windows Live" clId="Web-{9FAB3921-261D-091A-3BA0-EC5DBB70E94B}" dt="2026-02-23T12:19:28.645" v="541" actId="14100"/>
        <pc:sldMkLst>
          <pc:docMk/>
          <pc:sldMk cId="2481281537" sldId="270"/>
        </pc:sldMkLst>
        <pc:spChg chg="mod">
          <ac:chgData name="MUCHERLA RAJENDER REDDY" userId="f488507b5e97fb53" providerId="Windows Live" clId="Web-{9FAB3921-261D-091A-3BA0-EC5DBB70E94B}" dt="2026-02-23T11:48:06.024" v="403" actId="20577"/>
          <ac:spMkLst>
            <pc:docMk/>
            <pc:sldMk cId="2481281537" sldId="270"/>
            <ac:spMk id="2" creationId="{60114C77-EF08-4242-B7E4-E0ED2300BB92}"/>
          </ac:spMkLst>
        </pc:spChg>
        <pc:spChg chg="mod">
          <ac:chgData name="MUCHERLA RAJENDER REDDY" userId="f488507b5e97fb53" providerId="Windows Live" clId="Web-{9FAB3921-261D-091A-3BA0-EC5DBB70E94B}" dt="2026-02-23T12:19:25.504" v="540" actId="20577"/>
          <ac:spMkLst>
            <pc:docMk/>
            <pc:sldMk cId="2481281537" sldId="270"/>
            <ac:spMk id="3" creationId="{995E490B-6B33-4FD4-950F-A5721F9333AE}"/>
          </ac:spMkLst>
        </pc:spChg>
        <pc:spChg chg="mod">
          <ac:chgData name="MUCHERLA RAJENDER REDDY" userId="f488507b5e97fb53" providerId="Windows Live" clId="Web-{9FAB3921-261D-091A-3BA0-EC5DBB70E94B}" dt="2026-02-23T11:19:43.166" v="47" actId="20577"/>
          <ac:spMkLst>
            <pc:docMk/>
            <pc:sldMk cId="2481281537" sldId="270"/>
            <ac:spMk id="5" creationId="{67A0B42E-33DD-4393-81CE-A3A09AEF654B}"/>
          </ac:spMkLst>
        </pc:spChg>
        <pc:picChg chg="add mod">
          <ac:chgData name="MUCHERLA RAJENDER REDDY" userId="f488507b5e97fb53" providerId="Windows Live" clId="Web-{9FAB3921-261D-091A-3BA0-EC5DBB70E94B}" dt="2026-02-23T12:19:28.645" v="541" actId="14100"/>
          <ac:picMkLst>
            <pc:docMk/>
            <pc:sldMk cId="2481281537" sldId="270"/>
            <ac:picMk id="7" creationId="{AB373BDB-2601-7D0E-4BCB-F5C803BDC101}"/>
          </ac:picMkLst>
        </pc:picChg>
      </pc:sldChg>
      <pc:sldChg chg="addSp modSp">
        <pc:chgData name="MUCHERLA RAJENDER REDDY" userId="f488507b5e97fb53" providerId="Windows Live" clId="Web-{9FAB3921-261D-091A-3BA0-EC5DBB70E94B}" dt="2026-02-23T12:17:35.237" v="516" actId="20577"/>
        <pc:sldMkLst>
          <pc:docMk/>
          <pc:sldMk cId="1997864645" sldId="271"/>
        </pc:sldMkLst>
        <pc:spChg chg="mod">
          <ac:chgData name="MUCHERLA RAJENDER REDDY" userId="f488507b5e97fb53" providerId="Windows Live" clId="Web-{9FAB3921-261D-091A-3BA0-EC5DBB70E94B}" dt="2026-02-23T11:44:11.482" v="366" actId="20577"/>
          <ac:spMkLst>
            <pc:docMk/>
            <pc:sldMk cId="1997864645" sldId="271"/>
            <ac:spMk id="2" creationId="{A3416D17-A052-47D6-9409-71FF74B685C4}"/>
          </ac:spMkLst>
        </pc:spChg>
        <pc:spChg chg="mod">
          <ac:chgData name="MUCHERLA RAJENDER REDDY" userId="f488507b5e97fb53" providerId="Windows Live" clId="Web-{9FAB3921-261D-091A-3BA0-EC5DBB70E94B}" dt="2026-02-23T12:17:35.237" v="516" actId="20577"/>
          <ac:spMkLst>
            <pc:docMk/>
            <pc:sldMk cId="1997864645" sldId="271"/>
            <ac:spMk id="3" creationId="{5B45E9EE-BC59-4E1C-9F53-76D885330405}"/>
          </ac:spMkLst>
        </pc:spChg>
        <pc:picChg chg="add mod">
          <ac:chgData name="MUCHERLA RAJENDER REDDY" userId="f488507b5e97fb53" providerId="Windows Live" clId="Web-{9FAB3921-261D-091A-3BA0-EC5DBB70E94B}" dt="2026-02-23T12:16:34.142" v="503" actId="14100"/>
          <ac:picMkLst>
            <pc:docMk/>
            <pc:sldMk cId="1997864645" sldId="271"/>
            <ac:picMk id="7" creationId="{5658D6F4-4183-A406-FC0C-542E98EEE83D}"/>
          </ac:picMkLst>
        </pc:picChg>
      </pc:sldChg>
      <pc:sldChg chg="addSp modSp">
        <pc:chgData name="MUCHERLA RAJENDER REDDY" userId="f488507b5e97fb53" providerId="Windows Live" clId="Web-{9FAB3921-261D-091A-3BA0-EC5DBB70E94B}" dt="2026-02-23T12:18:24.691" v="524" actId="14100"/>
        <pc:sldMkLst>
          <pc:docMk/>
          <pc:sldMk cId="2483772041" sldId="272"/>
        </pc:sldMkLst>
        <pc:spChg chg="mod">
          <ac:chgData name="MUCHERLA RAJENDER REDDY" userId="f488507b5e97fb53" providerId="Windows Live" clId="Web-{9FAB3921-261D-091A-3BA0-EC5DBB70E94B}" dt="2026-02-23T11:47:44.445" v="398" actId="20577"/>
          <ac:spMkLst>
            <pc:docMk/>
            <pc:sldMk cId="2483772041" sldId="272"/>
            <ac:spMk id="2" creationId="{74F4A734-FEDA-1AE0-AF38-C0ED9E0D6593}"/>
          </ac:spMkLst>
        </pc:spChg>
        <pc:spChg chg="mod">
          <ac:chgData name="MUCHERLA RAJENDER REDDY" userId="f488507b5e97fb53" providerId="Windows Live" clId="Web-{9FAB3921-261D-091A-3BA0-EC5DBB70E94B}" dt="2026-02-23T11:39:50.871" v="323" actId="20577"/>
          <ac:spMkLst>
            <pc:docMk/>
            <pc:sldMk cId="2483772041" sldId="272"/>
            <ac:spMk id="3" creationId="{245BCAB8-3575-95AD-603B-4A847561D9A4}"/>
          </ac:spMkLst>
        </pc:spChg>
        <pc:spChg chg="mod">
          <ac:chgData name="MUCHERLA RAJENDER REDDY" userId="f488507b5e97fb53" providerId="Windows Live" clId="Web-{9FAB3921-261D-091A-3BA0-EC5DBB70E94B}" dt="2026-02-23T11:19:25.150" v="44" actId="20577"/>
          <ac:spMkLst>
            <pc:docMk/>
            <pc:sldMk cId="2483772041" sldId="272"/>
            <ac:spMk id="5" creationId="{A5266B68-5C8B-134D-C87F-09D2E42D5C82}"/>
          </ac:spMkLst>
        </pc:spChg>
        <pc:picChg chg="add mod">
          <ac:chgData name="MUCHERLA RAJENDER REDDY" userId="f488507b5e97fb53" providerId="Windows Live" clId="Web-{9FAB3921-261D-091A-3BA0-EC5DBB70E94B}" dt="2026-02-23T12:18:24.691" v="524" actId="14100"/>
          <ac:picMkLst>
            <pc:docMk/>
            <pc:sldMk cId="2483772041" sldId="272"/>
            <ac:picMk id="7" creationId="{F61FBF9A-0CE0-38FA-6B63-79AE9ECE0DB8}"/>
          </ac:picMkLst>
        </pc:picChg>
      </pc:sldChg>
    </pc:docChg>
  </pc:docChgLst>
  <pc:docChgLst>
    <pc:chgData name="MUCHERLA RAJENDER REDDY" userId="f488507b5e97fb53" providerId="Windows Live" clId="Web-{41214D7B-5FA7-0BCF-2F62-131B80983AE7}"/>
    <pc:docChg chg="mod addSld modSld addMainMaster delMainMaster modMainMaster">
      <pc:chgData name="MUCHERLA RAJENDER REDDY" userId="f488507b5e97fb53" providerId="Windows Live" clId="Web-{41214D7B-5FA7-0BCF-2F62-131B80983AE7}" dt="2026-02-23T10:14:22.470" v="302" actId="20577"/>
      <pc:docMkLst>
        <pc:docMk/>
      </pc:docMkLst>
      <pc:sldChg chg="delSp modSp mod modTransition modClrScheme chgLayout">
        <pc:chgData name="MUCHERLA RAJENDER REDDY" userId="f488507b5e97fb53" providerId="Windows Live" clId="Web-{41214D7B-5FA7-0BCF-2F62-131B80983AE7}" dt="2026-02-23T10:12:29.436" v="290" actId="20577"/>
        <pc:sldMkLst>
          <pc:docMk/>
          <pc:sldMk cId="2989341407" sldId="257"/>
        </pc:sldMkLst>
        <pc:spChg chg="mod ord">
          <ac:chgData name="MUCHERLA RAJENDER REDDY" userId="f488507b5e97fb53" providerId="Windows Live" clId="Web-{41214D7B-5FA7-0BCF-2F62-131B80983AE7}" dt="2026-02-23T10:12:29.436" v="290" actId="20577"/>
          <ac:spMkLst>
            <pc:docMk/>
            <pc:sldMk cId="2989341407" sldId="257"/>
            <ac:spMk id="2" creationId="{0825B038-F684-4051-9E9C-B627A600C821}"/>
          </ac:spMkLst>
        </pc:spChg>
        <pc:spChg chg="mod ord">
          <ac:chgData name="MUCHERLA RAJENDER REDDY" userId="f488507b5e97fb53" providerId="Windows Live" clId="Web-{41214D7B-5FA7-0BCF-2F62-131B80983AE7}" dt="2026-02-23T10:12:11.389" v="286" actId="20577"/>
          <ac:spMkLst>
            <pc:docMk/>
            <pc:sldMk cId="2989341407" sldId="257"/>
            <ac:spMk id="3" creationId="{E32DF067-2A40-49A1-B71A-6BD393AA64FC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989341407" sldId="257"/>
            <ac:spMk id="4" creationId="{9500D2F5-11BE-49D4-8752-975EE20C69C6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989341407" sldId="257"/>
            <ac:spMk id="5" creationId="{4801FCB7-6A56-46A0-BCEF-06916E8764DD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989341407" sldId="257"/>
            <ac:spMk id="6" creationId="{84B34067-B437-442D-B64B-56D5B670913A}"/>
          </ac:spMkLst>
        </pc:spChg>
        <pc:picChg chg="del">
          <ac:chgData name="MUCHERLA RAJENDER REDDY" userId="f488507b5e97fb53" providerId="Windows Live" clId="Web-{41214D7B-5FA7-0BCF-2F62-131B80983AE7}" dt="2026-02-23T09:49:04.796" v="5"/>
          <ac:picMkLst>
            <pc:docMk/>
            <pc:sldMk cId="2989341407" sldId="257"/>
            <ac:picMk id="3078" creationId="{B928F72F-9009-4254-83DD-12188A957601}"/>
          </ac:picMkLst>
        </pc:picChg>
      </pc:sldChg>
      <pc:sldChg chg="delSp modSp mod modTransition modClrScheme chgLayout">
        <pc:chgData name="MUCHERLA RAJENDER REDDY" userId="f488507b5e97fb53" providerId="Windows Live" clId="Web-{41214D7B-5FA7-0BCF-2F62-131B80983AE7}" dt="2026-02-23T10:12:39.405" v="291" actId="20577"/>
        <pc:sldMkLst>
          <pc:docMk/>
          <pc:sldMk cId="272866734" sldId="258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72866734" sldId="258"/>
            <ac:spMk id="2" creationId="{DD6D08AB-5C5B-47F1-BB41-6CD3C133D6FE}"/>
          </ac:spMkLst>
        </pc:spChg>
        <pc:spChg chg="mod ord">
          <ac:chgData name="MUCHERLA RAJENDER REDDY" userId="f488507b5e97fb53" providerId="Windows Live" clId="Web-{41214D7B-5FA7-0BCF-2F62-131B80983AE7}" dt="2026-02-23T10:12:39.405" v="291" actId="20577"/>
          <ac:spMkLst>
            <pc:docMk/>
            <pc:sldMk cId="272866734" sldId="258"/>
            <ac:spMk id="3" creationId="{4360C1FA-073C-4E9D-A37B-05A267DE5768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72866734" sldId="258"/>
            <ac:spMk id="4" creationId="{D573206F-B58D-45B0-8F8D-9D8CDFF7839C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72866734" sldId="258"/>
            <ac:spMk id="5" creationId="{40814028-AEDB-49CF-B915-49CE0ED262BE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72866734" sldId="258"/>
            <ac:spMk id="6" creationId="{1173A5CF-3B4C-45A0-AB65-B420EE159382}"/>
          </ac:spMkLst>
        </pc:spChg>
        <pc:picChg chg="del">
          <ac:chgData name="MUCHERLA RAJENDER REDDY" userId="f488507b5e97fb53" providerId="Windows Live" clId="Web-{41214D7B-5FA7-0BCF-2F62-131B80983AE7}" dt="2026-02-23T09:49:36.765" v="11"/>
          <ac:picMkLst>
            <pc:docMk/>
            <pc:sldMk cId="272866734" sldId="258"/>
            <ac:picMk id="10" creationId="{3C4190AB-60E8-49D6-90D3-3DE9B5E32741}"/>
          </ac:picMkLst>
        </pc:picChg>
      </pc:sldChg>
      <pc:sldChg chg="modSp mod modTransition modClrScheme chgLayout">
        <pc:chgData name="MUCHERLA RAJENDER REDDY" userId="f488507b5e97fb53" providerId="Windows Live" clId="Web-{41214D7B-5FA7-0BCF-2F62-131B80983AE7}" dt="2026-02-23T10:12:46.468" v="292" actId="20577"/>
        <pc:sldMkLst>
          <pc:docMk/>
          <pc:sldMk cId="3246968390" sldId="259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246968390" sldId="259"/>
            <ac:spMk id="2" creationId="{4A5C611B-661A-4FAF-8A44-7163DD4F4AE4}"/>
          </ac:spMkLst>
        </pc:spChg>
        <pc:spChg chg="mod ord">
          <ac:chgData name="MUCHERLA RAJENDER REDDY" userId="f488507b5e97fb53" providerId="Windows Live" clId="Web-{41214D7B-5FA7-0BCF-2F62-131B80983AE7}" dt="2026-02-23T10:12:46.468" v="292" actId="20577"/>
          <ac:spMkLst>
            <pc:docMk/>
            <pc:sldMk cId="3246968390" sldId="259"/>
            <ac:spMk id="3" creationId="{32710D7F-466B-486C-89D4-CAB6AE02917F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246968390" sldId="259"/>
            <ac:spMk id="4" creationId="{0DA34711-0004-47D2-A426-FD53A347DE18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246968390" sldId="259"/>
            <ac:spMk id="5" creationId="{EA38A6AE-CAA6-4B88-A81C-AB4F2EBB1C86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246968390" sldId="259"/>
            <ac:spMk id="6" creationId="{1D780BC7-91EC-4EBF-BCBB-28213268C08D}"/>
          </ac:spMkLst>
        </pc:spChg>
      </pc:sldChg>
      <pc:sldChg chg="delSp modSp mod modTransition modClrScheme chgLayout">
        <pc:chgData name="MUCHERLA RAJENDER REDDY" userId="f488507b5e97fb53" providerId="Windows Live" clId="Web-{41214D7B-5FA7-0BCF-2F62-131B80983AE7}" dt="2026-02-23T10:12:56.765" v="293" actId="20577"/>
        <pc:sldMkLst>
          <pc:docMk/>
          <pc:sldMk cId="2497967090" sldId="260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97967090" sldId="260"/>
            <ac:spMk id="2" creationId="{38D73869-C0BB-4EF8-ACDE-D440064C36F9}"/>
          </ac:spMkLst>
        </pc:spChg>
        <pc:spChg chg="mod ord">
          <ac:chgData name="MUCHERLA RAJENDER REDDY" userId="f488507b5e97fb53" providerId="Windows Live" clId="Web-{41214D7B-5FA7-0BCF-2F62-131B80983AE7}" dt="2026-02-23T10:12:56.765" v="293" actId="20577"/>
          <ac:spMkLst>
            <pc:docMk/>
            <pc:sldMk cId="2497967090" sldId="260"/>
            <ac:spMk id="3" creationId="{14F30336-778C-4442-8A20-6D47ACA6CC15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97967090" sldId="260"/>
            <ac:spMk id="4" creationId="{988EF1D2-CC51-4B42-A1F3-0F950C222EF1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97967090" sldId="260"/>
            <ac:spMk id="5" creationId="{A8096523-59C2-40A3-A636-D8C0B6F5589B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97967090" sldId="260"/>
            <ac:spMk id="6" creationId="{5A04EE90-9B13-4FBA-94BB-01460F55928D}"/>
          </ac:spMkLst>
        </pc:spChg>
        <pc:picChg chg="del">
          <ac:chgData name="MUCHERLA RAJENDER REDDY" userId="f488507b5e97fb53" providerId="Windows Live" clId="Web-{41214D7B-5FA7-0BCF-2F62-131B80983AE7}" dt="2026-02-23T09:50:47.492" v="22"/>
          <ac:picMkLst>
            <pc:docMk/>
            <pc:sldMk cId="2497967090" sldId="260"/>
            <ac:picMk id="11" creationId="{A2F5F9A0-310E-4507-9D77-2DB0D8165417}"/>
          </ac:picMkLst>
        </pc:picChg>
      </pc:sldChg>
      <pc:sldChg chg="delSp modSp mod modTransition modClrScheme chgLayout">
        <pc:chgData name="MUCHERLA RAJENDER REDDY" userId="f488507b5e97fb53" providerId="Windows Live" clId="Web-{41214D7B-5FA7-0BCF-2F62-131B80983AE7}" dt="2026-02-23T10:13:08.765" v="294" actId="20577"/>
        <pc:sldMkLst>
          <pc:docMk/>
          <pc:sldMk cId="4023024685" sldId="261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4023024685" sldId="261"/>
            <ac:spMk id="2" creationId="{A9510942-CCAC-4824-8775-7911A53A3FC3}"/>
          </ac:spMkLst>
        </pc:spChg>
        <pc:spChg chg="mod ord">
          <ac:chgData name="MUCHERLA RAJENDER REDDY" userId="f488507b5e97fb53" providerId="Windows Live" clId="Web-{41214D7B-5FA7-0BCF-2F62-131B80983AE7}" dt="2026-02-23T10:13:08.765" v="294" actId="20577"/>
          <ac:spMkLst>
            <pc:docMk/>
            <pc:sldMk cId="4023024685" sldId="261"/>
            <ac:spMk id="3" creationId="{C2B29285-086D-4CA7-94FB-8A2BDF21FCC6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4023024685" sldId="261"/>
            <ac:spMk id="4" creationId="{E7F28779-374B-4903-93EB-0E1FFD9CEBE0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4023024685" sldId="261"/>
            <ac:spMk id="5" creationId="{4D725481-45AD-4915-B31F-E1D670453E41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4023024685" sldId="261"/>
            <ac:spMk id="6" creationId="{88109BF8-4E01-44E3-9AE1-BF4FE5C4E805}"/>
          </ac:spMkLst>
        </pc:spChg>
        <pc:picChg chg="del">
          <ac:chgData name="MUCHERLA RAJENDER REDDY" userId="f488507b5e97fb53" providerId="Windows Live" clId="Web-{41214D7B-5FA7-0BCF-2F62-131B80983AE7}" dt="2026-02-23T09:51:11.043" v="28"/>
          <ac:picMkLst>
            <pc:docMk/>
            <pc:sldMk cId="4023024685" sldId="261"/>
            <ac:picMk id="7" creationId="{D4347011-C6E9-4D5D-8237-80D000D2DCF5}"/>
          </ac:picMkLst>
        </pc:picChg>
      </pc:sldChg>
      <pc:sldChg chg="modSp mod modTransition modClrScheme chgLayout">
        <pc:chgData name="MUCHERLA RAJENDER REDDY" userId="f488507b5e97fb53" providerId="Windows Live" clId="Web-{41214D7B-5FA7-0BCF-2F62-131B80983AE7}" dt="2026-02-23T10:13:20.594" v="295" actId="20577"/>
        <pc:sldMkLst>
          <pc:docMk/>
          <pc:sldMk cId="1799935618" sldId="262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799935618" sldId="262"/>
            <ac:spMk id="2" creationId="{D4134DF0-E149-4C3F-A1DC-4911F0B6A2A6}"/>
          </ac:spMkLst>
        </pc:spChg>
        <pc:spChg chg="mod ord">
          <ac:chgData name="MUCHERLA RAJENDER REDDY" userId="f488507b5e97fb53" providerId="Windows Live" clId="Web-{41214D7B-5FA7-0BCF-2F62-131B80983AE7}" dt="2026-02-23T10:13:20.594" v="295" actId="20577"/>
          <ac:spMkLst>
            <pc:docMk/>
            <pc:sldMk cId="1799935618" sldId="262"/>
            <ac:spMk id="3" creationId="{B948DFDC-B891-454A-8F6A-6843D85668EA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799935618" sldId="262"/>
            <ac:spMk id="4" creationId="{F1F4DEA4-A439-4DCC-A01E-FDED3BE2E82B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799935618" sldId="262"/>
            <ac:spMk id="5" creationId="{CBA2A960-0F21-4F3C-900E-11762AC72ACD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799935618" sldId="262"/>
            <ac:spMk id="6" creationId="{71DD3306-F96A-4906-9915-BC2F3D43DD94}"/>
          </ac:spMkLst>
        </pc:spChg>
      </pc:sldChg>
      <pc:sldChg chg="delSp modSp mod modTransition modClrScheme chgLayout">
        <pc:chgData name="MUCHERLA RAJENDER REDDY" userId="f488507b5e97fb53" providerId="Windows Live" clId="Web-{41214D7B-5FA7-0BCF-2F62-131B80983AE7}" dt="2026-02-23T10:13:32.516" v="297" actId="20577"/>
        <pc:sldMkLst>
          <pc:docMk/>
          <pc:sldMk cId="1791162143" sldId="263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791162143" sldId="263"/>
            <ac:spMk id="2" creationId="{CD00D949-06C4-430F-83F0-BC446CF98FC3}"/>
          </ac:spMkLst>
        </pc:spChg>
        <pc:spChg chg="mod ord">
          <ac:chgData name="MUCHERLA RAJENDER REDDY" userId="f488507b5e97fb53" providerId="Windows Live" clId="Web-{41214D7B-5FA7-0BCF-2F62-131B80983AE7}" dt="2026-02-23T10:13:32.516" v="297" actId="20577"/>
          <ac:spMkLst>
            <pc:docMk/>
            <pc:sldMk cId="1791162143" sldId="263"/>
            <ac:spMk id="3" creationId="{954D844B-3A90-4E9E-862B-5232D45F54AA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791162143" sldId="263"/>
            <ac:spMk id="4" creationId="{3479E802-AF71-4D0A-A293-CFAF8486D56F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791162143" sldId="263"/>
            <ac:spMk id="5" creationId="{9C334735-AA20-4CAC-8EDB-BFF105682E1F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791162143" sldId="263"/>
            <ac:spMk id="6" creationId="{51CEA9E8-E82B-4851-9B99-0D0C74198486}"/>
          </ac:spMkLst>
        </pc:spChg>
        <pc:picChg chg="del">
          <ac:chgData name="MUCHERLA RAJENDER REDDY" userId="f488507b5e97fb53" providerId="Windows Live" clId="Web-{41214D7B-5FA7-0BCF-2F62-131B80983AE7}" dt="2026-02-23T09:52:20.488" v="38"/>
          <ac:picMkLst>
            <pc:docMk/>
            <pc:sldMk cId="1791162143" sldId="263"/>
            <ac:picMk id="7" creationId="{D02BAFA4-E3AD-4E6C-92CC-4F1ED46B67AC}"/>
          </ac:picMkLst>
        </pc:picChg>
      </pc:sldChg>
      <pc:sldChg chg="delSp modSp mod modTransition modClrScheme chgLayout">
        <pc:chgData name="MUCHERLA RAJENDER REDDY" userId="f488507b5e97fb53" providerId="Windows Live" clId="Web-{41214D7B-5FA7-0BCF-2F62-131B80983AE7}" dt="2026-02-23T10:13:44.001" v="298" actId="20577"/>
        <pc:sldMkLst>
          <pc:docMk/>
          <pc:sldMk cId="3674720425" sldId="264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674720425" sldId="264"/>
            <ac:spMk id="2" creationId="{5126BA70-32D3-4EB3-AECC-FF0DB9CFC5DD}"/>
          </ac:spMkLst>
        </pc:spChg>
        <pc:spChg chg="mod ord">
          <ac:chgData name="MUCHERLA RAJENDER REDDY" userId="f488507b5e97fb53" providerId="Windows Live" clId="Web-{41214D7B-5FA7-0BCF-2F62-131B80983AE7}" dt="2026-02-23T10:13:44.001" v="298" actId="20577"/>
          <ac:spMkLst>
            <pc:docMk/>
            <pc:sldMk cId="3674720425" sldId="264"/>
            <ac:spMk id="3" creationId="{3217E9C7-3EB1-4EA4-8B9B-0D5DFDC31EE1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674720425" sldId="264"/>
            <ac:spMk id="4" creationId="{8A84CB12-12F3-41B8-A116-89913705D6E4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674720425" sldId="264"/>
            <ac:spMk id="5" creationId="{4DD55E86-AAC5-44A2-95F2-2282A58E960A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674720425" sldId="264"/>
            <ac:spMk id="6" creationId="{5F0B5FC9-ADBF-43E2-B8AD-4BBFCE0E7D6C}"/>
          </ac:spMkLst>
        </pc:spChg>
        <pc:picChg chg="del">
          <ac:chgData name="MUCHERLA RAJENDER REDDY" userId="f488507b5e97fb53" providerId="Windows Live" clId="Web-{41214D7B-5FA7-0BCF-2F62-131B80983AE7}" dt="2026-02-23T09:52:49.100" v="44"/>
          <ac:picMkLst>
            <pc:docMk/>
            <pc:sldMk cId="3674720425" sldId="264"/>
            <ac:picMk id="7" creationId="{B94CFB4A-B3D6-4272-8A62-B4F5DF91C3E1}"/>
          </ac:picMkLst>
        </pc:picChg>
      </pc:sldChg>
      <pc:sldChg chg="delSp modSp mod modTransition modClrScheme chgLayout">
        <pc:chgData name="MUCHERLA RAJENDER REDDY" userId="f488507b5e97fb53" providerId="Windows Live" clId="Web-{41214D7B-5FA7-0BCF-2F62-131B80983AE7}" dt="2026-02-23T10:13:54.376" v="299" actId="20577"/>
        <pc:sldMkLst>
          <pc:docMk/>
          <pc:sldMk cId="3259573907" sldId="265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259573907" sldId="265"/>
            <ac:spMk id="2" creationId="{850C5D8A-F989-44D5-8E7F-545CEF4A970F}"/>
          </ac:spMkLst>
        </pc:spChg>
        <pc:spChg chg="mod ord">
          <ac:chgData name="MUCHERLA RAJENDER REDDY" userId="f488507b5e97fb53" providerId="Windows Live" clId="Web-{41214D7B-5FA7-0BCF-2F62-131B80983AE7}" dt="2026-02-23T10:13:54.376" v="299" actId="20577"/>
          <ac:spMkLst>
            <pc:docMk/>
            <pc:sldMk cId="3259573907" sldId="265"/>
            <ac:spMk id="3" creationId="{54D7BA2C-A6A6-443E-BB9D-8D46FB97B513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259573907" sldId="265"/>
            <ac:spMk id="4" creationId="{1DCC8AF7-0682-4AFB-AF4D-15BA72FE12B6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259573907" sldId="265"/>
            <ac:spMk id="5" creationId="{04896513-8E05-4B33-BDEB-4DFF2F7B0662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3259573907" sldId="265"/>
            <ac:spMk id="6" creationId="{49DADA5A-6E85-49C8-AD88-E506A9DDD0DB}"/>
          </ac:spMkLst>
        </pc:spChg>
        <pc:picChg chg="del">
          <ac:chgData name="MUCHERLA RAJENDER REDDY" userId="f488507b5e97fb53" providerId="Windows Live" clId="Web-{41214D7B-5FA7-0BCF-2F62-131B80983AE7}" dt="2026-02-23T09:53:15.945" v="50"/>
          <ac:picMkLst>
            <pc:docMk/>
            <pc:sldMk cId="3259573907" sldId="265"/>
            <ac:picMk id="7" creationId="{1160F0E5-C4DB-415A-A8A9-8AC86625065F}"/>
          </ac:picMkLst>
        </pc:picChg>
      </pc:sldChg>
      <pc:sldChg chg="delSp modSp mod modTransition modClrScheme chgLayout">
        <pc:chgData name="MUCHERLA RAJENDER REDDY" userId="f488507b5e97fb53" providerId="Windows Live" clId="Web-{41214D7B-5FA7-0BCF-2F62-131B80983AE7}" dt="2026-02-23T10:14:07.110" v="301" actId="20577"/>
        <pc:sldMkLst>
          <pc:docMk/>
          <pc:sldMk cId="264925983" sldId="267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64925983" sldId="267"/>
            <ac:spMk id="2" creationId="{2E47A4ED-8DE5-4681-9435-8A20F6DF6780}"/>
          </ac:spMkLst>
        </pc:spChg>
        <pc:spChg chg="mod ord">
          <ac:chgData name="MUCHERLA RAJENDER REDDY" userId="f488507b5e97fb53" providerId="Windows Live" clId="Web-{41214D7B-5FA7-0BCF-2F62-131B80983AE7}" dt="2026-02-23T10:14:07.110" v="301" actId="20577"/>
          <ac:spMkLst>
            <pc:docMk/>
            <pc:sldMk cId="264925983" sldId="267"/>
            <ac:spMk id="3" creationId="{2C554687-56A8-4D87-A4E0-1CCC7927EBFC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64925983" sldId="267"/>
            <ac:spMk id="4" creationId="{BC92F803-6522-4D5E-9AC4-23D7667D4DBA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64925983" sldId="267"/>
            <ac:spMk id="5" creationId="{F204653C-55A6-436F-BB35-4D3FC78963A9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64925983" sldId="267"/>
            <ac:spMk id="6" creationId="{D83697D0-E394-47B9-8417-2ECE0140F822}"/>
          </ac:spMkLst>
        </pc:spChg>
        <pc:picChg chg="del">
          <ac:chgData name="MUCHERLA RAJENDER REDDY" userId="f488507b5e97fb53" providerId="Windows Live" clId="Web-{41214D7B-5FA7-0BCF-2F62-131B80983AE7}" dt="2026-02-23T09:53:31.649" v="55"/>
          <ac:picMkLst>
            <pc:docMk/>
            <pc:sldMk cId="264925983" sldId="267"/>
            <ac:picMk id="7" creationId="{6611E749-885C-407B-8F4E-66627F486F43}"/>
          </ac:picMkLst>
        </pc:picChg>
      </pc:sldChg>
      <pc:sldChg chg="modSp mod modTransition modClrScheme chgLayout">
        <pc:chgData name="MUCHERLA RAJENDER REDDY" userId="f488507b5e97fb53" providerId="Windows Live" clId="Web-{41214D7B-5FA7-0BCF-2F62-131B80983AE7}" dt="2026-02-23T10:14:22.470" v="302" actId="20577"/>
        <pc:sldMkLst>
          <pc:docMk/>
          <pc:sldMk cId="1120978663" sldId="269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120978663" sldId="269"/>
            <ac:spMk id="2" creationId="{3A1F7FAB-671A-4493-9299-1D3FC55C5094}"/>
          </ac:spMkLst>
        </pc:spChg>
        <pc:spChg chg="mod ord">
          <ac:chgData name="MUCHERLA RAJENDER REDDY" userId="f488507b5e97fb53" providerId="Windows Live" clId="Web-{41214D7B-5FA7-0BCF-2F62-131B80983AE7}" dt="2026-02-23T10:14:22.470" v="302" actId="20577"/>
          <ac:spMkLst>
            <pc:docMk/>
            <pc:sldMk cId="1120978663" sldId="269"/>
            <ac:spMk id="3" creationId="{0CE0BA78-A819-4F16-BFE9-12DDC484EEA7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120978663" sldId="269"/>
            <ac:spMk id="4" creationId="{7125BFFA-5FB0-4D0D-A944-2DA86558E72E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120978663" sldId="269"/>
            <ac:spMk id="5" creationId="{E5E0D523-EB10-4F81-9EF6-BEA2903E2A61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1120978663" sldId="269"/>
            <ac:spMk id="6" creationId="{BF9B15BF-F8DD-4B53-9139-3DD9B0303BF6}"/>
          </ac:spMkLst>
        </pc:spChg>
      </pc:sldChg>
      <pc:sldChg chg="delSp modSp mod modTransition modClrScheme chgLayout">
        <pc:chgData name="MUCHERLA RAJENDER REDDY" userId="f488507b5e97fb53" providerId="Windows Live" clId="Web-{41214D7B-5FA7-0BCF-2F62-131B80983AE7}" dt="2026-02-23T10:04:47.076" v="115"/>
        <pc:sldMkLst>
          <pc:docMk/>
          <pc:sldMk cId="2481281537" sldId="270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81281537" sldId="270"/>
            <ac:spMk id="2" creationId="{60114C77-EF08-4242-B7E4-E0ED2300BB92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81281537" sldId="270"/>
            <ac:spMk id="3" creationId="{995E490B-6B33-4FD4-950F-A5721F9333AE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81281537" sldId="270"/>
            <ac:spMk id="4" creationId="{4ECFE09D-DF5C-499F-BFD8-FC21A4D19827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81281537" sldId="270"/>
            <ac:spMk id="5" creationId="{67A0B42E-33DD-4393-81CE-A3A09AEF654B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81281537" sldId="270"/>
            <ac:spMk id="6" creationId="{7F4DF7CB-4B2C-4098-A4A5-7CAE631DD0CD}"/>
          </ac:spMkLst>
        </pc:spChg>
        <pc:picChg chg="del">
          <ac:chgData name="MUCHERLA RAJENDER REDDY" userId="f488507b5e97fb53" providerId="Windows Live" clId="Web-{41214D7B-5FA7-0BCF-2F62-131B80983AE7}" dt="2026-02-23T09:55:21.966" v="69"/>
          <ac:picMkLst>
            <pc:docMk/>
            <pc:sldMk cId="2481281537" sldId="270"/>
            <ac:picMk id="7" creationId="{511149AB-675F-4B32-A2E9-56E422CBF267}"/>
          </ac:picMkLst>
        </pc:picChg>
      </pc:sldChg>
      <pc:sldChg chg="addSp delSp modSp mod modTransition setBg modClrScheme setClrOvrMap chgLayout">
        <pc:chgData name="MUCHERLA RAJENDER REDDY" userId="f488507b5e97fb53" providerId="Windows Live" clId="Web-{41214D7B-5FA7-0BCF-2F62-131B80983AE7}" dt="2026-02-23T10:11:42.857" v="285" actId="20577"/>
        <pc:sldMkLst>
          <pc:docMk/>
          <pc:sldMk cId="1997864645" sldId="271"/>
        </pc:sldMkLst>
        <pc:spChg chg="mod ord">
          <ac:chgData name="MUCHERLA RAJENDER REDDY" userId="f488507b5e97fb53" providerId="Windows Live" clId="Web-{41214D7B-5FA7-0BCF-2F62-131B80983AE7}" dt="2026-02-23T10:05:28.624" v="120" actId="20577"/>
          <ac:spMkLst>
            <pc:docMk/>
            <pc:sldMk cId="1997864645" sldId="271"/>
            <ac:spMk id="2" creationId="{A3416D17-A052-47D6-9409-71FF74B685C4}"/>
          </ac:spMkLst>
        </pc:spChg>
        <pc:spChg chg="mod ord">
          <ac:chgData name="MUCHERLA RAJENDER REDDY" userId="f488507b5e97fb53" providerId="Windows Live" clId="Web-{41214D7B-5FA7-0BCF-2F62-131B80983AE7}" dt="2026-02-23T10:11:34.497" v="275" actId="20577"/>
          <ac:spMkLst>
            <pc:docMk/>
            <pc:sldMk cId="1997864645" sldId="271"/>
            <ac:spMk id="3" creationId="{5B45E9EE-BC59-4E1C-9F53-76D885330405}"/>
          </ac:spMkLst>
        </pc:spChg>
        <pc:spChg chg="mod ord">
          <ac:chgData name="MUCHERLA RAJENDER REDDY" userId="f488507b5e97fb53" providerId="Windows Live" clId="Web-{41214D7B-5FA7-0BCF-2F62-131B80983AE7}" dt="2026-02-23T10:02:50.026" v="106"/>
          <ac:spMkLst>
            <pc:docMk/>
            <pc:sldMk cId="1997864645" sldId="271"/>
            <ac:spMk id="4" creationId="{B680DC35-A544-410B-9F81-6090F4C02524}"/>
          </ac:spMkLst>
        </pc:spChg>
        <pc:spChg chg="mod ord">
          <ac:chgData name="MUCHERLA RAJENDER REDDY" userId="f488507b5e97fb53" providerId="Windows Live" clId="Web-{41214D7B-5FA7-0BCF-2F62-131B80983AE7}" dt="2026-02-23T10:11:42.857" v="285" actId="20577"/>
          <ac:spMkLst>
            <pc:docMk/>
            <pc:sldMk cId="1997864645" sldId="271"/>
            <ac:spMk id="5" creationId="{BBDA994A-0BCF-49C9-B886-599BC5D5EBB6}"/>
          </ac:spMkLst>
        </pc:spChg>
        <pc:spChg chg="mod ord">
          <ac:chgData name="MUCHERLA RAJENDER REDDY" userId="f488507b5e97fb53" providerId="Windows Live" clId="Web-{41214D7B-5FA7-0BCF-2F62-131B80983AE7}" dt="2026-02-23T10:02:50.026" v="106"/>
          <ac:spMkLst>
            <pc:docMk/>
            <pc:sldMk cId="1997864645" sldId="271"/>
            <ac:spMk id="6" creationId="{138F7ACE-2C9E-4792-BA90-C325C32CEB92}"/>
          </ac:spMkLst>
        </pc:spChg>
        <pc:spChg chg="add del">
          <ac:chgData name="MUCHERLA RAJENDER REDDY" userId="f488507b5e97fb53" providerId="Windows Live" clId="Web-{41214D7B-5FA7-0BCF-2F62-131B80983AE7}" dt="2026-02-23T10:02:50.026" v="106"/>
          <ac:spMkLst>
            <pc:docMk/>
            <pc:sldMk cId="1997864645" sldId="271"/>
            <ac:spMk id="12" creationId="{71B2258F-86CA-4D4D-8270-BC05FCDEBFB3}"/>
          </ac:spMkLst>
        </pc:spChg>
        <pc:picChg chg="add del">
          <ac:chgData name="MUCHERLA RAJENDER REDDY" userId="f488507b5e97fb53" providerId="Windows Live" clId="Web-{41214D7B-5FA7-0BCF-2F62-131B80983AE7}" dt="2026-02-23T10:02:50.026" v="106"/>
          <ac:picMkLst>
            <pc:docMk/>
            <pc:sldMk cId="1997864645" sldId="271"/>
            <ac:picMk id="8" creationId="{302A84C9-EA4D-07F2-B00B-D4DD11D2473A}"/>
          </ac:picMkLst>
        </pc:picChg>
      </pc:sldChg>
      <pc:sldChg chg="modSp new mod modTransition modClrScheme chgLayout">
        <pc:chgData name="MUCHERLA RAJENDER REDDY" userId="f488507b5e97fb53" providerId="Windows Live" clId="Web-{41214D7B-5FA7-0BCF-2F62-131B80983AE7}" dt="2026-02-23T10:04:47.076" v="115"/>
        <pc:sldMkLst>
          <pc:docMk/>
          <pc:sldMk cId="2483772041" sldId="272"/>
        </pc:sldMkLst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83772041" sldId="272"/>
            <ac:spMk id="2" creationId="{74F4A734-FEDA-1AE0-AF38-C0ED9E0D6593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83772041" sldId="272"/>
            <ac:spMk id="3" creationId="{245BCAB8-3575-95AD-603B-4A847561D9A4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83772041" sldId="272"/>
            <ac:spMk id="4" creationId="{C327A9A4-C9B6-519C-9A18-F62759FB24C7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83772041" sldId="272"/>
            <ac:spMk id="5" creationId="{A5266B68-5C8B-134D-C87F-09D2E42D5C82}"/>
          </ac:spMkLst>
        </pc:spChg>
        <pc:spChg chg="mod ord">
          <ac:chgData name="MUCHERLA RAJENDER REDDY" userId="f488507b5e97fb53" providerId="Windows Live" clId="Web-{41214D7B-5FA7-0BCF-2F62-131B80983AE7}" dt="2026-02-23T09:59:39.332" v="101"/>
          <ac:spMkLst>
            <pc:docMk/>
            <pc:sldMk cId="2483772041" sldId="272"/>
            <ac:spMk id="6" creationId="{BAA2220B-4C20-5586-D992-932DE3A6BF4B}"/>
          </ac:spMkLst>
        </pc:spChg>
      </pc:sldChg>
      <pc:sldMasterChg chg="add del mod modTransition setBg addSldLayout delSldLayout modSldLayout">
        <pc:chgData name="MUCHERLA RAJENDER REDDY" userId="f488507b5e97fb53" providerId="Windows Live" clId="Web-{41214D7B-5FA7-0BCF-2F62-131B80983AE7}" dt="2026-02-23T10:04:47.076" v="115"/>
        <pc:sldMasterMkLst>
          <pc:docMk/>
          <pc:sldMasterMk cId="327725990" sldId="2147483648"/>
        </pc:sldMasterMkLst>
        <pc:sldLayoutChg chg="add del mod modTransition">
          <pc:chgData name="MUCHERLA RAJENDER REDDY" userId="f488507b5e97fb53" providerId="Windows Live" clId="Web-{41214D7B-5FA7-0BCF-2F62-131B80983AE7}" dt="2026-02-23T10:04:47.076" v="115"/>
          <pc:sldLayoutMkLst>
            <pc:docMk/>
            <pc:sldMasterMk cId="327725990" sldId="2147483648"/>
            <pc:sldLayoutMk cId="622756177" sldId="2147483649"/>
          </pc:sldLayoutMkLst>
        </pc:sldLayoutChg>
        <pc:sldLayoutChg chg="add del mod modTransition">
          <pc:chgData name="MUCHERLA RAJENDER REDDY" userId="f488507b5e97fb53" providerId="Windows Live" clId="Web-{41214D7B-5FA7-0BCF-2F62-131B80983AE7}" dt="2026-02-23T10:04:47.076" v="115"/>
          <pc:sldLayoutMkLst>
            <pc:docMk/>
            <pc:sldMasterMk cId="327725990" sldId="2147483648"/>
            <pc:sldLayoutMk cId="1851179212" sldId="2147483650"/>
          </pc:sldLayoutMkLst>
        </pc:sldLayoutChg>
        <pc:sldLayoutChg chg="add del mod modTransition">
          <pc:chgData name="MUCHERLA RAJENDER REDDY" userId="f488507b5e97fb53" providerId="Windows Live" clId="Web-{41214D7B-5FA7-0BCF-2F62-131B80983AE7}" dt="2026-02-23T10:04:47.076" v="115"/>
          <pc:sldLayoutMkLst>
            <pc:docMk/>
            <pc:sldMasterMk cId="327725990" sldId="2147483648"/>
            <pc:sldLayoutMk cId="38969591" sldId="2147483651"/>
          </pc:sldLayoutMkLst>
        </pc:sldLayoutChg>
        <pc:sldLayoutChg chg="add del mod modTransition">
          <pc:chgData name="MUCHERLA RAJENDER REDDY" userId="f488507b5e97fb53" providerId="Windows Live" clId="Web-{41214D7B-5FA7-0BCF-2F62-131B80983AE7}" dt="2026-02-23T10:04:47.076" v="115"/>
          <pc:sldLayoutMkLst>
            <pc:docMk/>
            <pc:sldMasterMk cId="327725990" sldId="2147483648"/>
            <pc:sldLayoutMk cId="2727373924" sldId="2147483652"/>
          </pc:sldLayoutMkLst>
        </pc:sldLayoutChg>
        <pc:sldLayoutChg chg="add del mod modTransition">
          <pc:chgData name="MUCHERLA RAJENDER REDDY" userId="f488507b5e97fb53" providerId="Windows Live" clId="Web-{41214D7B-5FA7-0BCF-2F62-131B80983AE7}" dt="2026-02-23T10:04:47.076" v="115"/>
          <pc:sldLayoutMkLst>
            <pc:docMk/>
            <pc:sldMasterMk cId="327725990" sldId="2147483648"/>
            <pc:sldLayoutMk cId="528019608" sldId="2147483653"/>
          </pc:sldLayoutMkLst>
        </pc:sldLayoutChg>
        <pc:sldLayoutChg chg="add del mod modTransition">
          <pc:chgData name="MUCHERLA RAJENDER REDDY" userId="f488507b5e97fb53" providerId="Windows Live" clId="Web-{41214D7B-5FA7-0BCF-2F62-131B80983AE7}" dt="2026-02-23T10:04:47.076" v="115"/>
          <pc:sldLayoutMkLst>
            <pc:docMk/>
            <pc:sldMasterMk cId="327725990" sldId="2147483648"/>
            <pc:sldLayoutMk cId="3548229478" sldId="2147483654"/>
          </pc:sldLayoutMkLst>
        </pc:sldLayoutChg>
        <pc:sldLayoutChg chg="add del mod modTransition">
          <pc:chgData name="MUCHERLA RAJENDER REDDY" userId="f488507b5e97fb53" providerId="Windows Live" clId="Web-{41214D7B-5FA7-0BCF-2F62-131B80983AE7}" dt="2026-02-23T10:04:47.076" v="115"/>
          <pc:sldLayoutMkLst>
            <pc:docMk/>
            <pc:sldMasterMk cId="327725990" sldId="2147483648"/>
            <pc:sldLayoutMk cId="928062974" sldId="2147483655"/>
          </pc:sldLayoutMkLst>
        </pc:sldLayoutChg>
        <pc:sldLayoutChg chg="add del mod modTransition">
          <pc:chgData name="MUCHERLA RAJENDER REDDY" userId="f488507b5e97fb53" providerId="Windows Live" clId="Web-{41214D7B-5FA7-0BCF-2F62-131B80983AE7}" dt="2026-02-23T10:04:47.076" v="115"/>
          <pc:sldLayoutMkLst>
            <pc:docMk/>
            <pc:sldMasterMk cId="327725990" sldId="2147483648"/>
            <pc:sldLayoutMk cId="3183428820" sldId="2147483656"/>
          </pc:sldLayoutMkLst>
        </pc:sldLayoutChg>
        <pc:sldLayoutChg chg="add del mod modTransition">
          <pc:chgData name="MUCHERLA RAJENDER REDDY" userId="f488507b5e97fb53" providerId="Windows Live" clId="Web-{41214D7B-5FA7-0BCF-2F62-131B80983AE7}" dt="2026-02-23T10:04:47.076" v="115"/>
          <pc:sldLayoutMkLst>
            <pc:docMk/>
            <pc:sldMasterMk cId="327725990" sldId="2147483648"/>
            <pc:sldLayoutMk cId="1547995759" sldId="2147483657"/>
          </pc:sldLayoutMkLst>
        </pc:sldLayoutChg>
        <pc:sldLayoutChg chg="add del mod modTransition">
          <pc:chgData name="MUCHERLA RAJENDER REDDY" userId="f488507b5e97fb53" providerId="Windows Live" clId="Web-{41214D7B-5FA7-0BCF-2F62-131B80983AE7}" dt="2026-02-23T10:04:47.076" v="115"/>
          <pc:sldLayoutMkLst>
            <pc:docMk/>
            <pc:sldMasterMk cId="327725990" sldId="2147483648"/>
            <pc:sldLayoutMk cId="3512304157" sldId="2147483658"/>
          </pc:sldLayoutMkLst>
        </pc:sldLayoutChg>
        <pc:sldLayoutChg chg="add del mod modTransition">
          <pc:chgData name="MUCHERLA RAJENDER REDDY" userId="f488507b5e97fb53" providerId="Windows Live" clId="Web-{41214D7B-5FA7-0BCF-2F62-131B80983AE7}" dt="2026-02-23T10:04:47.076" v="115"/>
          <pc:sldLayoutMkLst>
            <pc:docMk/>
            <pc:sldMasterMk cId="327725990" sldId="2147483648"/>
            <pc:sldLayoutMk cId="2294242509" sldId="2147483659"/>
          </pc:sldLayoutMkLst>
        </pc:sldLayoutChg>
      </pc:sldMasterChg>
      <pc:sldMasterChg chg="add del addSldLayout delSldLayout modSldLayout">
        <pc:chgData name="MUCHERLA RAJENDER REDDY" userId="f488507b5e97fb53" providerId="Windows Live" clId="Web-{41214D7B-5FA7-0BCF-2F62-131B80983AE7}" dt="2026-02-23T09:59:39.332" v="101"/>
        <pc:sldMasterMkLst>
          <pc:docMk/>
          <pc:sldMasterMk cId="3776065570" sldId="2147483660"/>
        </pc:sldMasterMkLst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3000705638" sldId="2147483661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2224525324" sldId="2147483662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2950515012" sldId="2147483663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910155750" sldId="2147483664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1251555342" sldId="2147483665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2108359482" sldId="2147483666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3623056477" sldId="2147483667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2156941059" sldId="2147483668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459642238" sldId="2147483669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1827514478" sldId="2147483670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2325064888" sldId="2147483671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1870186" sldId="2147483672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3386382918" sldId="2147483673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2169097191" sldId="2147483674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2749349597" sldId="2147483675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4280167033" sldId="2147483676"/>
          </pc:sldLayoutMkLst>
        </pc:sldLayoutChg>
        <pc:sldLayoutChg chg="add del mod replId">
          <pc:chgData name="MUCHERLA RAJENDER REDDY" userId="f488507b5e97fb53" providerId="Windows Live" clId="Web-{41214D7B-5FA7-0BCF-2F62-131B80983AE7}" dt="2026-02-23T09:59:39.332" v="101"/>
          <pc:sldLayoutMkLst>
            <pc:docMk/>
            <pc:sldMasterMk cId="3776065570" sldId="2147483660"/>
            <pc:sldLayoutMk cId="1497085377" sldId="214748367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CC3C0B-03C4-4081-99E9-5C0101361F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C94E9-46AF-46FC-9EEC-B258D7DA43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36174-3E54-435C-B1E8-ABA4EA8066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13C1E-C205-4CD0-AC42-85565A3691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AF768-879B-4ED7-984C-0F8B1A4A14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EC817-FB47-4E70-AFFE-3F3FE88AF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637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D2E76-432F-466A-AEE1-955337CEF07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DBEE-D3C5-417E-8860-19CBEB5A7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199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2DBEE-D3C5-417E-8860-19CBEB5A7A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96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7611E-1E45-44B1-96E5-258564A803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0" u="none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b="1" dirty="0"/>
              <a:t>Power BI – Turning Data into Actionable Insights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37C52-F301-4873-9DF8-F0B7BAA88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FB878-B47F-4014-9F01-84CF82AB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bg1"/>
          </a:solidFill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EF8F0F78-7203-42D8-8F95-98FC2BA74EFF}" type="datetime3">
              <a:rPr lang="en-US" smtClean="0"/>
              <a:t>23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C288A-D86F-401C-BFFD-C7CAD06A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bg1"/>
          </a:solidFill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MUCHERLA RAJENDER REDDY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7382C-16B7-48EC-A21F-16718A5B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1"/>
          </a:solidFill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614DD6-D6C3-4FF5-AFE2-F2521835786C}"/>
              </a:ext>
            </a:extLst>
          </p:cNvPr>
          <p:cNvCxnSpPr/>
          <p:nvPr userDrawn="1"/>
        </p:nvCxnSpPr>
        <p:spPr>
          <a:xfrm>
            <a:off x="2752078" y="2743200"/>
            <a:ext cx="211288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A13EBE-4C82-440E-8E24-DC9B9B912F3A}"/>
              </a:ext>
            </a:extLst>
          </p:cNvPr>
          <p:cNvSpPr txBox="1"/>
          <p:nvPr userDrawn="1"/>
        </p:nvSpPr>
        <p:spPr>
          <a:xfrm flipH="1">
            <a:off x="1794164" y="4351122"/>
            <a:ext cx="2244436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Guided By:</a:t>
            </a:r>
          </a:p>
          <a:p>
            <a:r>
              <a:rPr lang="en-US" dirty="0" err="1"/>
              <a:t>Kalaivani</a:t>
            </a:r>
            <a:r>
              <a:rPr lang="en-US" dirty="0"/>
              <a:t> 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948123-186B-44C4-AC40-FEDAAFE8125A}"/>
              </a:ext>
            </a:extLst>
          </p:cNvPr>
          <p:cNvSpPr txBox="1"/>
          <p:nvPr userDrawn="1"/>
        </p:nvSpPr>
        <p:spPr>
          <a:xfrm>
            <a:off x="7370618" y="4351122"/>
            <a:ext cx="2743200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 err="1"/>
              <a:t>Mucherla</a:t>
            </a:r>
            <a:r>
              <a:rPr lang="en-US" dirty="0"/>
              <a:t> Rajender Reddy</a:t>
            </a:r>
          </a:p>
        </p:txBody>
      </p:sp>
    </p:spTree>
    <p:extLst>
      <p:ext uri="{BB962C8B-B14F-4D97-AF65-F5344CB8AC3E}">
        <p14:creationId xmlns:p14="http://schemas.microsoft.com/office/powerpoint/2010/main" val="622756177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B1DFA-6C59-458D-8E8E-BCEDF08C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C8507-DD2D-4B75-AFF1-2FC98FA57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88E00-3393-4BBD-84C9-E6B831F9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709B8-063C-494E-8C67-4CE6B342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MUCHERLA RAJENDER REDDY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A61C0-59D7-4F52-B12F-E0F53574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79212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AF04C-9291-4DD6-BFDB-8E836489E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DDF37-7170-4CE8-9660-88E43AB70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30895-F440-4BFA-B45B-5953575A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EDE9-4CC2-4DCE-A35C-7F3C2F8C0F85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852CE-90FC-4778-A5B6-5444631A6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MUCHERLA RAJENDER REDDY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A9E23-BBB1-473B-A88A-811DD96FD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59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784C4-526A-48CD-9184-FAEE8DF0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A8FEF-7E67-48B0-BDE5-41C5C8956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46DC4-EB6B-4064-A332-78D54FFBE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D57B3-9436-4441-A140-BB2E3B42D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A693-D8F2-416B-8E95-C80969D31C8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C8A75-5732-4891-A479-07918598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MUCHERLA RAJENDER REDDY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3F43E-004F-445E-B6F0-31CEFF5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7392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0347-601E-42CC-80B0-2C53598FA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DFCB7-4682-429B-8CDC-D9A7BD028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EB723-AF11-4A31-B4A7-F9E670936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95486C-0C59-4F27-8B8B-6C9CEC2BF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758DAA-991E-4BF0-A27B-08B353F93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096955-E00D-4168-8E8C-D99E052A3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252A2-5418-407A-8F74-6D88EF7EFBFF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E8A8C-9B83-4826-846A-B1C30657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MUCHERLA RAJENDER REDDY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167A87-3F6A-4E9F-A74C-79009BC9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1960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08EA-5B70-466A-BF1A-E17501B0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DE98B7-71D0-4EDB-9546-220D69975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708E-EA4F-4638-AA80-075C65E631A6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33203-B2C9-4348-9E5B-134E1F89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MUCHERLA RAJENDER REDDY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7229D-D87D-49D2-95A9-6C0E204A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29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499458-8748-484B-A81D-AD533278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73BA-DF8A-4063-B96B-4463F2B5AFEE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1E903-4270-4350-80D9-AF755F33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MUCHERLA RAJENDER REDDY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C7038-439F-42F2-823B-BE3CD465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6297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8423-EBA6-40FE-9231-8317584D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47AFE-F760-42D2-A0C4-2C3F43086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2A87D-1D09-40BF-99A1-6A1DFBF81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B0723-5309-4CA2-BE97-2378CABC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9996-7BD3-4B9F-B3A4-681C11AF19C7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C4BF1-299F-4A61-A5DC-6BF8C700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MUCHERLA RAJENDER REDDY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D3A24-658A-49D6-9F38-E4770ECB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2882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FAE0-497A-4DEE-A4BA-881F848D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98D08A-C829-4167-8688-3CCBC2AF0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9F442-890A-411B-88B5-5974BBE4A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67FAD-9B51-4ED6-A2A7-88FC4E8B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A0CC-EDC3-4446-B9CC-B82925403D80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6E593-6C16-43C4-A921-65C4331A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MUCHERLA RAJENDER REDDY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38A7A-FE93-4139-82E2-A388113C5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9575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A589-0E49-420F-B3D6-E1B45B0EF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1EC69-7C9D-47B2-A4F7-B777BFDB8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14EAA-8BFA-4FE2-884B-CCA40133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8E88-84C6-44D5-9F5F-2FEF8D27C293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BA035-8592-4D27-BD48-E164FBDC0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MUCHERLA RAJENDER REDDY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08E01-30AD-4577-B15B-58C5AB44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04157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1A78C-64DB-4423-B577-AFB8BDF139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2A454-E126-4730-8450-7FD7EFC54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1C750-D5A2-4E8C-928B-A83CBB58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08C8-CF51-4F8F-991E-C34A1C4BFB21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3D277-A0B0-4471-96F8-6A3EE864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MUCHERLA RAJENDER REDDY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2BD92-E9E4-497C-9D30-30925B7A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42509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88A81A-D6A6-433B-91C3-BED61602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6F80C-488F-4B6D-9098-87D98992B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4B7AB-873A-45CB-A56B-526199FC3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80866E59-0190-426B-A213-117244ABEEED}" type="datetime3">
              <a:rPr lang="en-US" smtClean="0"/>
              <a:t>23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35C43-9A22-46B5-9488-C3EB15931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MUCHERLA RAJENDER REDDY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8DE65-E191-49AE-9A22-2F1F838D7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4B7B4-A868-43DC-A1EA-D7B4A13FA7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5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6D17-A052-47D6-9409-71FF74B685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j-lt"/>
                <a:cs typeface="Times New Roman"/>
              </a:rPr>
              <a:t>AI-Driven Revenue Analysis using</a:t>
            </a:r>
            <a:br>
              <a:rPr lang="en-US" sz="36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j-lt"/>
                <a:cs typeface="Times New Roman"/>
              </a:rPr>
            </a:br>
            <a:r>
              <a:rPr lang="en-US" sz="36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j-lt"/>
                <a:cs typeface="Times New Roman"/>
              </a:rPr>
              <a:t> 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5E9EE-BC59-4E1C-9F53-76D885330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1376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1800" dirty="0">
                <a:latin typeface="Times New Roman"/>
                <a:cs typeface="Times New Roman"/>
              </a:rPr>
              <a:t>  </a:t>
            </a:r>
            <a:r>
              <a:rPr lang="en-US" sz="1800" b="1" dirty="0">
                <a:latin typeface="Times New Roman"/>
                <a:cs typeface="Times New Roman"/>
              </a:rPr>
              <a:t>Guided By </a:t>
            </a:r>
            <a:r>
              <a:rPr lang="en-US" sz="1800" dirty="0">
                <a:latin typeface="Times New Roman"/>
                <a:cs typeface="Times New Roman"/>
              </a:rPr>
              <a:t>:     Kalaivani A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1800" dirty="0">
                <a:latin typeface="Times New Roman"/>
                <a:ea typeface="Calibri"/>
                <a:cs typeface="Times New Roman"/>
              </a:rPr>
              <a:t>  </a:t>
            </a:r>
            <a:r>
              <a:rPr lang="en-US" sz="1800" b="1" dirty="0">
                <a:latin typeface="Times New Roman"/>
                <a:ea typeface="Calibri"/>
                <a:cs typeface="Times New Roman"/>
              </a:rPr>
              <a:t>Presented By</a:t>
            </a:r>
            <a:r>
              <a:rPr lang="en-US" sz="1800" dirty="0">
                <a:latin typeface="Times New Roman"/>
                <a:ea typeface="Calibri"/>
                <a:cs typeface="Times New Roman"/>
              </a:rPr>
              <a:t> : Krithika Aggarwal</a:t>
            </a:r>
            <a:endParaRPr lang="en-US" sz="1800" dirty="0">
              <a:latin typeface="Times New Roman"/>
              <a:cs typeface="Times New Roman"/>
            </a:endParaRPr>
          </a:p>
          <a:p>
            <a:pPr algn="just"/>
            <a:r>
              <a:rPr lang="en-US" sz="1800" dirty="0">
                <a:latin typeface="Times New Roman"/>
                <a:ea typeface="Calibri"/>
                <a:cs typeface="Times New Roman"/>
              </a:rPr>
              <a:t>                           </a:t>
            </a:r>
            <a:r>
              <a:rPr lang="en-US" sz="1800" dirty="0" err="1">
                <a:latin typeface="Times New Roman"/>
                <a:ea typeface="Calibri"/>
                <a:cs typeface="Times New Roman"/>
              </a:rPr>
              <a:t>Mucherla</a:t>
            </a:r>
            <a:r>
              <a:rPr lang="en-US" sz="1800" dirty="0">
                <a:latin typeface="Times New Roman"/>
                <a:ea typeface="Calibri"/>
                <a:cs typeface="Times New Roman"/>
              </a:rPr>
              <a:t> Rajender Reddy </a:t>
            </a:r>
          </a:p>
          <a:p>
            <a:pPr algn="just"/>
            <a:r>
              <a:rPr lang="en-US" sz="1800" dirty="0">
                <a:latin typeface="Times New Roman"/>
                <a:ea typeface="Calibri"/>
                <a:cs typeface="Times New Roman"/>
              </a:rPr>
              <a:t>                            Mehana </a:t>
            </a:r>
          </a:p>
          <a:p>
            <a:pPr algn="just"/>
            <a:r>
              <a:rPr lang="en-US" sz="1800" dirty="0">
                <a:latin typeface="Times New Roman"/>
                <a:ea typeface="Calibri"/>
                <a:cs typeface="Times New Roman"/>
              </a:rPr>
              <a:t>                           Vaishali 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0DC35-A544-410B-9F81-6090F4C0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F0F78-7203-42D8-8F95-98FC2BA74EFF}" type="datetime3">
              <a:rPr lang="en-US" smtClean="0"/>
              <a:t>23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A994A-0BCF-49C9-B886-599BC5D5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Group 3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F7ACE-2C9E-4792-BA90-C325C32C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pic>
        <p:nvPicPr>
          <p:cNvPr id="7" name="Picture 6" descr="A large room with a chandelier and chairs&#10;&#10;AI-generated content may be incorrect.">
            <a:extLst>
              <a:ext uri="{FF2B5EF4-FFF2-40B4-BE49-F238E27FC236}">
                <a16:creationId xmlns:a16="http://schemas.microsoft.com/office/drawing/2014/main" id="{5658D6F4-4183-A406-FC0C-542E98EEE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761" y="3608716"/>
            <a:ext cx="3757382" cy="212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6464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5B038-F684-4051-9E9C-B627A600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j-lt"/>
                <a:cs typeface="Times New Roman"/>
              </a:rPr>
              <a:t>INTRODUCTION</a:t>
            </a:r>
            <a:endParaRPr lang="en-US" sz="3600">
              <a:solidFill>
                <a:schemeClr val="accent1">
                  <a:lumMod val="76000"/>
                </a:schemeClr>
              </a:solidFill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DF067-2A40-49A1-B71A-6BD393AA6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The Hotel Revenue Management Dashboard is a Business Intelligence solution developed using Power BI to analyze hotel performance through structured data modeling and interactive visualizations.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The system integrates booking data, guest demographics, revenue details, and cancellation trends into a centralized dashboard.</a:t>
            </a:r>
          </a:p>
          <a:p>
            <a:pPr marL="0" indent="0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   Key performance indicators such as: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Total Revenue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Profit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ADR (Average Daily Rate)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RevPAR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Occupancy Rate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Cancellation Rate   are calculated using DAX and displayed through interactive visuals.</a:t>
            </a:r>
          </a:p>
          <a:p>
            <a:endParaRPr lang="en-US" sz="24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0D2F5-11BE-49D4-8752-975EE20C6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1FCB7-6A56-46A0-BCEF-06916E876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Group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34067-B437-442D-B64B-56D5B670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14B7B4-A868-43DC-A1EA-D7B4A13FA7DA}" type="slidenum">
              <a:rPr lang="en-US" b="1" smtClean="0">
                <a:solidFill>
                  <a:schemeClr val="tx1"/>
                </a:solidFill>
              </a:rPr>
              <a:t>2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477E7C-729E-45F0-BF6F-6D463E52C649}"/>
              </a:ext>
            </a:extLst>
          </p:cNvPr>
          <p:cNvSpPr txBox="1"/>
          <p:nvPr/>
        </p:nvSpPr>
        <p:spPr>
          <a:xfrm>
            <a:off x="5637229" y="297415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34140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D08AB-5C5B-47F1-BB41-6CD3C133D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j-lt"/>
                <a:cs typeface="Times New Roman"/>
              </a:rPr>
              <a:t>PROBLEM STATEMENT</a:t>
            </a:r>
            <a:endParaRPr lang="en-US">
              <a:solidFill>
                <a:schemeClr val="accent1">
                  <a:lumMod val="76000"/>
                </a:schemeClr>
              </a:solidFill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0C1FA-073C-4E9D-A37B-05A267DE5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000" b="1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Hotels face challenges such as: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Fluctuating seasonal demand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High cancellation rates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Unclear revenue contribution by segments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 indent="0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Traditional reporting methods fail to provide:</a:t>
            </a:r>
            <a:endParaRPr lang="en-US" sz="2000" b="1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Real-time insights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Predictive analysis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Guest-level segmentation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Strategic revenue visibility</a:t>
            </a:r>
          </a:p>
          <a:p>
            <a:pPr marL="0" indent="0">
              <a:buNone/>
            </a:pPr>
            <a:endParaRPr lang="en-US" sz="24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3206F-B58D-45B0-8F8D-9D8CDFF78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14028-AEDB-49CF-B915-49CE0ED2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Group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3A5CF-3B4C-45A0-AB65-B420EE15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b="1" smtClean="0">
                <a:solidFill>
                  <a:schemeClr val="tx1"/>
                </a:solidFill>
              </a:rPr>
              <a:t>3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6673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611B-661A-4FAF-8A44-7163DD4F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j-lt"/>
                <a:cs typeface="Times New Roman"/>
              </a:rPr>
              <a:t>OBJECTIVES</a:t>
            </a:r>
            <a:endParaRPr lang="en-US" sz="3600">
              <a:solidFill>
                <a:schemeClr val="accent1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0D7F-466B-486C-89D4-CAB6AE029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latin typeface="Times New Roman"/>
              <a:ea typeface="+mn-lt"/>
              <a:cs typeface="Times New Roman"/>
            </a:endParaRPr>
          </a:p>
          <a:p>
            <a:endParaRPr lang="en-US" sz="1800" dirty="0">
              <a:latin typeface="Times New Roman"/>
              <a:ea typeface="+mn-lt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Develop a structured data model using Power BI</a:t>
            </a:r>
            <a:endParaRPr lang="en-US" dirty="0">
              <a:ea typeface="Calibri"/>
              <a:cs typeface="Calibri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Calculate KPIs like ADR, RevPAR, Profit, Cancellation Rate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Analyze revenue across cities and properties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Study guest demographics and loyalty contribution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Identify cancellation patterns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Implement revenue forecasting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Provide strategic decision-support insights</a:t>
            </a:r>
            <a:endParaRPr lang="en-US" sz="1800" dirty="0">
              <a:latin typeface="Times New Roman"/>
              <a:cs typeface="Times New Roman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34711-0004-47D2-A426-FD53A347D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8A6AE-CAA6-4B88-A81C-AB4F2EBB1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80BC7-91EC-4EBF-BCBB-28213268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b="1" smtClean="0">
                <a:solidFill>
                  <a:schemeClr val="tx1"/>
                </a:solidFill>
              </a:rPr>
              <a:t>4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96839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3869-C0BB-4EF8-ACDE-D440064C3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5541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j-lt"/>
                <a:cs typeface="Times New Roman"/>
              </a:rPr>
              <a:t>REQUIREMENT ANALYSIS</a:t>
            </a:r>
            <a:endParaRPr lang="en-US" sz="3600">
              <a:solidFill>
                <a:schemeClr val="accent1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30336-778C-4442-8A20-6D47ACA6C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 dirty="0">
                <a:latin typeface="Times New Roman"/>
                <a:cs typeface="Times New Roman"/>
              </a:rPr>
              <a:t>Software Requirements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Microsoft Power BI Desktop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Microsoft Excel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Power Query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Windows 64-bit OS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Power BI Service (Deployment)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Hardware Requirements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Intel i5 Processor or above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Minimum 8GB RAM (16GB recommended)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10GB Free Storage</a:t>
            </a:r>
            <a:endParaRPr lang="en-US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latin typeface="Calibri" panose="020F0502020204030204"/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EF1D2-CC51-4B42-A1F3-0F950C22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96523-59C2-40A3-A636-D8C0B6F5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 3</a:t>
            </a:r>
            <a:endParaRPr lang="en-US" b="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4EE90-9B13-4FBA-94BB-01460F55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96709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10942-CCAC-4824-8775-7911A53A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j-lt"/>
                <a:cs typeface="Times New Roman"/>
              </a:rPr>
              <a:t>SYSTEM ARCHITECTURE</a:t>
            </a:r>
            <a:endParaRPr lang="en-US" sz="3600">
              <a:solidFill>
                <a:schemeClr val="accent1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29285-086D-4CA7-94FB-8A2BDF21F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5325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b="1" dirty="0">
                <a:latin typeface="Times New Roman"/>
                <a:cs typeface="Times New Roman"/>
              </a:rPr>
              <a:t>   Architecture Flow:</a:t>
            </a:r>
          </a:p>
          <a:p>
            <a:pPr algn="ctr">
              <a:buNone/>
            </a:pP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 algn="ctr"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Data Source (Excel Dataset)</a:t>
            </a:r>
            <a:br>
              <a:rPr lang="en-US" sz="1800" dirty="0">
                <a:latin typeface="Times New Roman"/>
                <a:ea typeface="+mn-lt"/>
                <a:cs typeface="Times New Roman"/>
              </a:rPr>
            </a:br>
            <a:r>
              <a:rPr lang="en-US" sz="1800" dirty="0">
                <a:latin typeface="Times New Roman"/>
                <a:ea typeface="+mn-lt"/>
                <a:cs typeface="Times New Roman"/>
              </a:rPr>
              <a:t> ⬇</a:t>
            </a:r>
            <a:br>
              <a:rPr lang="en-US" sz="1800" dirty="0">
                <a:latin typeface="Times New Roman"/>
                <a:ea typeface="+mn-lt"/>
                <a:cs typeface="Times New Roman"/>
              </a:rPr>
            </a:br>
            <a:r>
              <a:rPr lang="en-US" sz="1800" dirty="0">
                <a:latin typeface="Times New Roman"/>
                <a:ea typeface="+mn-lt"/>
                <a:cs typeface="Times New Roman"/>
              </a:rPr>
              <a:t> Data Cleaning (Power Query)</a:t>
            </a:r>
            <a:br>
              <a:rPr lang="en-US" sz="1800" dirty="0">
                <a:latin typeface="Times New Roman"/>
                <a:ea typeface="+mn-lt"/>
                <a:cs typeface="Times New Roman"/>
              </a:rPr>
            </a:br>
            <a:r>
              <a:rPr lang="en-US" sz="1800" dirty="0">
                <a:latin typeface="Times New Roman"/>
                <a:ea typeface="+mn-lt"/>
                <a:cs typeface="Times New Roman"/>
              </a:rPr>
              <a:t> ⬇</a:t>
            </a:r>
            <a:br>
              <a:rPr lang="en-US" sz="1800" dirty="0">
                <a:latin typeface="Times New Roman"/>
                <a:ea typeface="+mn-lt"/>
                <a:cs typeface="Times New Roman"/>
              </a:rPr>
            </a:br>
            <a:r>
              <a:rPr lang="en-US" sz="1800" dirty="0">
                <a:latin typeface="Times New Roman"/>
                <a:ea typeface="+mn-lt"/>
                <a:cs typeface="Times New Roman"/>
              </a:rPr>
              <a:t> Data Modeling (Fact &amp; Dimension Tables)</a:t>
            </a:r>
            <a:br>
              <a:rPr lang="en-US" sz="1800" dirty="0">
                <a:latin typeface="Times New Roman"/>
                <a:ea typeface="+mn-lt"/>
                <a:cs typeface="Times New Roman"/>
              </a:rPr>
            </a:br>
            <a:r>
              <a:rPr lang="en-US" sz="1800" dirty="0">
                <a:latin typeface="Times New Roman"/>
                <a:ea typeface="+mn-lt"/>
                <a:cs typeface="Times New Roman"/>
              </a:rPr>
              <a:t> ⬇</a:t>
            </a:r>
            <a:br>
              <a:rPr lang="en-US" sz="1800" dirty="0">
                <a:latin typeface="Times New Roman"/>
                <a:ea typeface="+mn-lt"/>
                <a:cs typeface="Times New Roman"/>
              </a:rPr>
            </a:br>
            <a:r>
              <a:rPr lang="en-US" sz="1800" dirty="0">
                <a:latin typeface="Times New Roman"/>
                <a:ea typeface="+mn-lt"/>
                <a:cs typeface="Times New Roman"/>
              </a:rPr>
              <a:t> DAX Calculations (KPIs &amp; Measures)</a:t>
            </a:r>
            <a:br>
              <a:rPr lang="en-US" sz="1800" dirty="0">
                <a:latin typeface="Times New Roman"/>
                <a:ea typeface="+mn-lt"/>
                <a:cs typeface="Times New Roman"/>
              </a:rPr>
            </a:br>
            <a:r>
              <a:rPr lang="en-US" sz="1800" dirty="0">
                <a:latin typeface="Times New Roman"/>
                <a:ea typeface="+mn-lt"/>
                <a:cs typeface="Times New Roman"/>
              </a:rPr>
              <a:t> ⬇</a:t>
            </a:r>
            <a:br>
              <a:rPr lang="en-US" sz="1800" dirty="0">
                <a:latin typeface="Times New Roman"/>
                <a:ea typeface="+mn-lt"/>
                <a:cs typeface="Times New Roman"/>
              </a:rPr>
            </a:br>
            <a:r>
              <a:rPr lang="en-US" sz="1800" dirty="0">
                <a:latin typeface="Times New Roman"/>
                <a:ea typeface="+mn-lt"/>
                <a:cs typeface="Times New Roman"/>
              </a:rPr>
              <a:t> Visualization Layer (5 Modules Dashboard)</a:t>
            </a:r>
            <a:br>
              <a:rPr lang="en-US" sz="1800" dirty="0">
                <a:latin typeface="Times New Roman"/>
                <a:ea typeface="+mn-lt"/>
                <a:cs typeface="Times New Roman"/>
              </a:rPr>
            </a:br>
            <a:r>
              <a:rPr lang="en-US" sz="1800" dirty="0">
                <a:latin typeface="Times New Roman"/>
                <a:ea typeface="+mn-lt"/>
                <a:cs typeface="Times New Roman"/>
              </a:rPr>
              <a:t> ⬇</a:t>
            </a:r>
            <a:br>
              <a:rPr lang="en-US" sz="1800" dirty="0">
                <a:latin typeface="Times New Roman"/>
                <a:ea typeface="+mn-lt"/>
                <a:cs typeface="Times New Roman"/>
              </a:rPr>
            </a:br>
            <a:r>
              <a:rPr lang="en-US" sz="1800" dirty="0">
                <a:latin typeface="Times New Roman"/>
                <a:ea typeface="+mn-lt"/>
                <a:cs typeface="Times New Roman"/>
              </a:rPr>
              <a:t> Decision Support &amp; Forecasting</a:t>
            </a:r>
            <a:endParaRPr lang="en-US" sz="18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28779-374B-4903-93EB-0E1FFD9CE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481-45AD-4915-B31F-E1D670453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 3</a:t>
            </a:r>
            <a:endParaRPr lang="en-US" b="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09BF8-4E01-44E3-9AE1-BF4FE5C4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02468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34DF0-E149-4C3F-A1DC-4911F0B6A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626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j-lt"/>
                <a:cs typeface="Times New Roman"/>
              </a:rPr>
              <a:t>MODULE 1 – REVENUE OVERVIEW</a:t>
            </a:r>
            <a:endParaRPr lang="en-US" sz="3600">
              <a:solidFill>
                <a:schemeClr val="accent1">
                  <a:lumMod val="76000"/>
                </a:schemeClr>
              </a:solidFill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8DFDC-B891-454A-8F6A-6843D8566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773"/>
            <a:ext cx="10515600" cy="445219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This module provides a consolidated summary of overall financial performance.</a:t>
            </a:r>
          </a:p>
          <a:p>
            <a:pPr>
              <a:buNone/>
            </a:pPr>
            <a:r>
              <a:rPr lang="en-US" sz="2000" b="1" dirty="0">
                <a:latin typeface="Times New Roman"/>
                <a:cs typeface="Times New Roman"/>
              </a:rPr>
              <a:t>  Key Metrics: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Total Profit  ,  Total Bookings  , Rooms Sold</a:t>
            </a:r>
            <a:endParaRPr lang="en-US" sz="2000" b="1" dirty="0"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 Visuals</a:t>
            </a:r>
            <a:r>
              <a:rPr lang="en-US" sz="2000" b="1" dirty="0">
                <a:latin typeface="Times New Roman"/>
                <a:cs typeface="Times New Roman"/>
              </a:rPr>
              <a:t>: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Monthly Revenue Trend (Line Chart)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Revenue by City (Bar Chart)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Revenue vs Target (Gauge)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Revenue by Room Type (Donut Chart)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  Insights: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Revenue shows seasonal peaks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Southern cities contribute higher revenue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Balanced room-type contribution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4DEA4-A439-4DCC-A01E-FDED3BE2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2A960-0F21-4F3C-900E-11762AC72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 3</a:t>
            </a:r>
            <a:endParaRPr lang="en-US" b="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D3306-F96A-4906-9915-BC2F3D43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14B7B4-A868-43DC-A1EA-D7B4A13FA7DA}" type="slidenum">
              <a:rPr lang="en-US" b="1" smtClean="0">
                <a:solidFill>
                  <a:schemeClr val="tx1"/>
                </a:solidFill>
              </a:rPr>
              <a:t>7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496B6E-AFB8-4703-76D7-84B3B44D7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2340769"/>
            <a:ext cx="5338764" cy="36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3561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0D949-06C4-430F-83F0-BC446CF9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+mj-lt"/>
                <a:cs typeface="Times New Roman"/>
              </a:rPr>
              <a:t>MODULE 2 – OCCUPANCY &amp; REVENUE METRICS</a:t>
            </a:r>
            <a:endParaRPr lang="en-US" sz="360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D844B-3A90-4E9E-862B-5232D45F5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This module analyzes booking sources and revenue contribution.</a:t>
            </a:r>
          </a:p>
          <a:p>
            <a:pPr marL="0"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   KPIs: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Total Revenue , ADR , Maximum Revenue </a:t>
            </a:r>
            <a:endParaRPr lang="en-US" sz="2000" b="1" dirty="0"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  Visuals</a:t>
            </a:r>
            <a:r>
              <a:rPr lang="en-US" sz="2000" b="1" dirty="0">
                <a:latin typeface="Times New Roman"/>
                <a:cs typeface="Times New Roman"/>
              </a:rPr>
              <a:t>: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Revenue by Booking Channel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Segment-wise Revenue (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Treemap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)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Revenue by Stay Duration (Funnel Chart)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Channel Distribution (Donut Chart)</a:t>
            </a:r>
          </a:p>
          <a:p>
            <a:pPr marL="0"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   Insights: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OTA and Travel Agents generate  higher revenue</a:t>
            </a:r>
            <a:endParaRPr lang="en-US" sz="1800" dirty="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Balanced multi-channel distribution</a:t>
            </a:r>
            <a:endParaRPr lang="en-US" sz="1800" dirty="0">
              <a:latin typeface="Times New Roman"/>
              <a:cs typeface="Times New Roman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9E802-AF71-4D0A-A293-CFAF8486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34735-AA20-4CAC-8EDB-BFF10568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 3</a:t>
            </a:r>
            <a:endParaRPr lang="en-US" b="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EA9E8-E82B-4851-9B99-0D0C7419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b="1" smtClean="0">
                <a:solidFill>
                  <a:schemeClr val="tx1"/>
                </a:solidFill>
              </a:rPr>
              <a:t>8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55DEBC-B8D4-490B-A892-F1B90EB97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156" y="2221706"/>
            <a:ext cx="5107783" cy="379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6214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BA70-32D3-4EB3-AECC-FF0DB9CF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+mj-lt"/>
                <a:cs typeface="Times New Roman"/>
              </a:rPr>
              <a:t>MODULE 3 – GUEST ANALYSIS</a:t>
            </a:r>
            <a:endParaRPr lang="en-US" sz="360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7E9C7-3EB1-4EA4-8B9B-0D5DFDC31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This module focuses on customer demographics and loyalty impact.</a:t>
            </a:r>
          </a:p>
          <a:p>
            <a:pPr>
              <a:buNone/>
            </a:pPr>
            <a:r>
              <a:rPr lang="en-US" sz="2000" b="1" dirty="0">
                <a:latin typeface="Times New Roman"/>
                <a:cs typeface="Times New Roman"/>
              </a:rPr>
              <a:t>    KPI: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Loyal Customer Revenue</a:t>
            </a:r>
          </a:p>
          <a:p>
            <a:pPr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Visuals: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Guest Nationality Map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Guest Type Distribution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Loyal Revenue Trend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Stay Duration vs Profit (Scatter Plot)</a:t>
            </a:r>
          </a:p>
          <a:p>
            <a:pPr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Insights: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Strong loyal customer contribution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Middle-aged 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professionas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dominate bookings</a:t>
            </a: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4CB12-12F3-41B8-A116-89913705D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55E86-AAC5-44A2-95F2-2282A58E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 3</a:t>
            </a:r>
            <a:endParaRPr lang="en-US" b="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B5FC9-ADBF-43E2-B8AD-4BBFCE0E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b="1" smtClean="0">
                <a:solidFill>
                  <a:schemeClr val="tx1"/>
                </a:solidFill>
              </a:rPr>
              <a:t>9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77E2AF-483F-FE4C-00F7-8E3C96FE5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137" y="2278856"/>
            <a:ext cx="5467351" cy="343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2042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5D8A-F989-44D5-8E7F-545CEF4A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+mj-lt"/>
                <a:cs typeface="Times New Roman"/>
              </a:rPr>
              <a:t>MODULE 4 – FORECASTING &amp; CANCELLATION ANALYSIS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7BA2C-A6A6-443E-BB9D-8D46FB97B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T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his module evaluates booking risks and cancellation behavior.</a:t>
            </a:r>
          </a:p>
          <a:p>
            <a:pPr>
              <a:buNone/>
            </a:pPr>
            <a:r>
              <a:rPr lang="en-US" sz="2000" b="1" dirty="0">
                <a:latin typeface="Times New Roman"/>
                <a:cs typeface="Times New Roman"/>
              </a:rPr>
              <a:t>    KPIs: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Cancelled Bookings  , Cancellation Rate</a:t>
            </a:r>
          </a:p>
          <a:p>
            <a:pPr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Visuals: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Cancellation Rate Trend (Line Chart)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Cancellation by Guest Type (Bar Chart)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Channel-wise Cancellation (Donut Chart)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Decomposition Tree</a:t>
            </a:r>
          </a:p>
          <a:p>
            <a:pPr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Insights: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Cancellation rate fluctuates between 15–22%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Business and Family segments show higher cancellations</a:t>
            </a:r>
          </a:p>
          <a:p>
            <a:pPr>
              <a:buFont typeface="Arial"/>
              <a:buChar char="•"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C8AF7-0682-4AFB-AF4D-15BA72FE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96513-8E05-4B33-BDEB-4DFF2F7B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 3</a:t>
            </a:r>
            <a:endParaRPr lang="en-US" b="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ADA5A-6E85-49C8-AD88-E506A9DD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b="1" smtClean="0">
                <a:solidFill>
                  <a:schemeClr val="tx1"/>
                </a:solidFill>
              </a:rPr>
              <a:t>10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A8059F-659D-E2AD-9C56-635AB780F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824" y="2381249"/>
            <a:ext cx="5729289" cy="32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7390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A4ED-8DE5-4681-9435-8A20F6DF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+mj-lt"/>
                <a:cs typeface="Times New Roman"/>
              </a:rPr>
              <a:t>MODULE 5 – REVENUE STRATEGY 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54687-56A8-4D87-A4E0-1CCC7927E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This module provides advanced strategic insights.</a:t>
            </a:r>
          </a:p>
          <a:p>
            <a:pPr>
              <a:buNone/>
            </a:pPr>
            <a:r>
              <a:rPr lang="en-US" sz="1800" b="1" dirty="0">
                <a:latin typeface="Times New Roman"/>
                <a:cs typeface="Times New Roman"/>
              </a:rPr>
              <a:t>    </a:t>
            </a:r>
            <a:r>
              <a:rPr lang="en-US" sz="2000" b="1" dirty="0">
                <a:latin typeface="Times New Roman"/>
                <a:cs typeface="Times New Roman"/>
              </a:rPr>
              <a:t>KPIs: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Upsell Index  ,  Strategic Revenue Target</a:t>
            </a:r>
          </a:p>
          <a:p>
            <a:pPr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Visuals: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Cumulative Profit Trend (Area Chart)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Target vs Actual Gauge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Property-wise Profitability (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Treemap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)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Geographical Profit Breakdown (Waterfall Chart)</a:t>
            </a:r>
            <a:endParaRPr lang="en-US" sz="1800" dirty="0">
              <a:latin typeface="Times New Roman"/>
              <a:cs typeface="Times New Roman"/>
            </a:endParaRPr>
          </a:p>
          <a:p>
            <a:pPr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Insights: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Revenue significantly exceeds strategic target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Forecast predicts stable future growth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2F803-6522-4D5E-9AC4-23D7667D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653C-55A6-436F-BB35-4D3FC7896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 3</a:t>
            </a:r>
            <a:endParaRPr lang="en-US" b="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697D0-E394-47B9-8417-2ECE0140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b="1" smtClean="0">
                <a:solidFill>
                  <a:schemeClr val="tx1"/>
                </a:solidFill>
              </a:rPr>
              <a:t>11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2DB335-6CDE-71DB-DF9A-539295B55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637" y="2245519"/>
            <a:ext cx="5181601" cy="337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598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7FAB-671A-4493-9299-1D3FC55C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+mj-lt"/>
                <a:cs typeface="Times New Roman"/>
              </a:rPr>
              <a:t>TESTING &amp; IMPLEMENTATION</a:t>
            </a:r>
            <a:endParaRPr lang="en-US" sz="360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0BA78-A819-4F16-BFE9-12DDC484E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b="1" dirty="0">
                <a:latin typeface="Times New Roman"/>
                <a:cs typeface="Times New Roman"/>
              </a:rPr>
              <a:t>  Testing Conducted</a:t>
            </a:r>
          </a:p>
          <a:p>
            <a:pPr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Data validation testing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DAX formula validation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Filter &amp; slicer testing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KPI accuracy verification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Forecast testing</a:t>
            </a:r>
            <a:endParaRPr lang="en-US" sz="1800" dirty="0">
              <a:latin typeface="Times New Roman"/>
              <a:cs typeface="Times New Roman"/>
            </a:endParaRPr>
          </a:p>
          <a:p>
            <a:pPr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Implementation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Developed in Power BI Desktop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Data cleaned using Power Query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Measures created using DAX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Dashboard published to Power BI Service</a:t>
            </a:r>
            <a:endParaRPr lang="en-US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5BFFA-5FB0-4D0D-A944-2DA86558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0D523-EB10-4F81-9EF6-BEA2903E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 3</a:t>
            </a:r>
            <a:endParaRPr lang="en-US" b="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B15BF-F8DD-4B53-9139-3DD9B030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b="1" smtClean="0">
                <a:solidFill>
                  <a:schemeClr val="tx1"/>
                </a:solidFill>
              </a:rPr>
              <a:t>12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97866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A734-FEDA-1AE0-AF38-C0ED9E0D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j-lt"/>
                <a:cs typeface="Times New Roman"/>
              </a:rPr>
              <a:t>FUTURE ENHANCEMENTS</a:t>
            </a:r>
            <a:endParaRPr lang="en-US" sz="3600">
              <a:solidFill>
                <a:schemeClr val="accent1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BCAB8-3575-95AD-603B-4A847561D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sz="1800" dirty="0">
              <a:latin typeface="Times New Roman"/>
              <a:ea typeface="+mn-lt"/>
              <a:cs typeface="Times New Roman"/>
            </a:endParaRPr>
          </a:p>
          <a:p>
            <a:endParaRPr lang="en-GB" sz="1800" dirty="0">
              <a:latin typeface="Times New Roman"/>
              <a:ea typeface="+mn-lt"/>
              <a:cs typeface="Times New Roman"/>
            </a:endParaRPr>
          </a:p>
          <a:p>
            <a:r>
              <a:rPr lang="en-GB" sz="1800" dirty="0">
                <a:latin typeface="Times New Roman"/>
                <a:ea typeface="+mn-lt"/>
                <a:cs typeface="Times New Roman"/>
              </a:rPr>
              <a:t>Integrate Machine Learning models for advanced forecasting</a:t>
            </a:r>
            <a:endParaRPr lang="en-GB" dirty="0">
              <a:ea typeface="Calibri"/>
              <a:cs typeface="Calibri"/>
            </a:endParaRPr>
          </a:p>
          <a:p>
            <a:r>
              <a:rPr lang="en-GB" sz="1800" dirty="0">
                <a:latin typeface="Times New Roman"/>
                <a:ea typeface="+mn-lt"/>
                <a:cs typeface="Times New Roman"/>
              </a:rPr>
              <a:t>Real-time booking engine integration</a:t>
            </a:r>
          </a:p>
          <a:p>
            <a:r>
              <a:rPr lang="en-GB" sz="1800" dirty="0">
                <a:latin typeface="Times New Roman"/>
                <a:ea typeface="+mn-lt"/>
                <a:cs typeface="Times New Roman"/>
              </a:rPr>
              <a:t>Dynamic pricing recommendation system</a:t>
            </a:r>
          </a:p>
          <a:p>
            <a:r>
              <a:rPr lang="en-GB" sz="1800" dirty="0">
                <a:latin typeface="Times New Roman"/>
                <a:ea typeface="+mn-lt"/>
                <a:cs typeface="Times New Roman"/>
              </a:rPr>
              <a:t>Sentiment analysis from guest reviews</a:t>
            </a:r>
          </a:p>
          <a:p>
            <a:r>
              <a:rPr lang="en-GB" sz="1800" dirty="0">
                <a:latin typeface="Times New Roman"/>
                <a:ea typeface="+mn-lt"/>
                <a:cs typeface="Times New Roman"/>
              </a:rPr>
              <a:t>Automated alert system for high cancellation</a:t>
            </a:r>
          </a:p>
          <a:p>
            <a:r>
              <a:rPr lang="en-GB" sz="1800" dirty="0">
                <a:latin typeface="Times New Roman"/>
                <a:ea typeface="+mn-lt"/>
                <a:cs typeface="Times New Roman"/>
              </a:rPr>
              <a:t>Multi-chain hotel scalability</a:t>
            </a:r>
          </a:p>
          <a:p>
            <a:endParaRPr lang="en-GB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7A9A4-C9B6-519C-9A18-F62759FB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66B68-5C8B-134D-C87F-09D2E42D5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 3</a:t>
            </a:r>
            <a:endParaRPr lang="en-US" b="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2220B-4C20-5586-D992-932DE3A6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 descr="A person pointing at a digital tablet&#10;&#10;AI-generated content may be incorrect.">
            <a:extLst>
              <a:ext uri="{FF2B5EF4-FFF2-40B4-BE49-F238E27FC236}">
                <a16:creationId xmlns:a16="http://schemas.microsoft.com/office/drawing/2014/main" id="{F61FBF9A-0CE0-38FA-6B63-79AE9ECE0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911" y="3015042"/>
            <a:ext cx="5221943" cy="284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7204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14C77-EF08-4242-B7E4-E0ED2300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6000"/>
                  </a:schemeClr>
                </a:solidFill>
                <a:latin typeface="Times New Roman"/>
                <a:cs typeface="Times New Roman"/>
              </a:rPr>
              <a:t>CONCLUSION</a:t>
            </a:r>
            <a:endParaRPr lang="en-US" sz="3600">
              <a:solidFill>
                <a:schemeClr val="accent1">
                  <a:lumMod val="76000"/>
                </a:schemeClr>
              </a:solidFill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E490B-6B33-4FD4-950F-A5721F933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   The Hotel Revenue Management Dashboard successfully demonstrates the power of Business Intelligence in the hospitality industry.</a:t>
            </a:r>
            <a:endParaRPr lang="en-US"/>
          </a:p>
          <a:p>
            <a:pPr marL="0" indent="0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   By integrating:</a:t>
            </a:r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Revenue analytics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Guest segmentation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Cancellation tracking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Forecasting models</a:t>
            </a:r>
            <a:endParaRPr lang="en-US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800">
                <a:latin typeface="Times New Roman"/>
                <a:ea typeface="+mn-lt"/>
                <a:cs typeface="Times New Roman"/>
              </a:rPr>
              <a:t> The system provides actionable insights for pricing</a:t>
            </a:r>
          </a:p>
          <a:p>
            <a:pPr marL="0" indent="0"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 optimization,  marketing strategy, and operational efficiency.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E09D-DF5C-499F-BFD8-FC21A4D19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A163-8F60-40FE-A7B4-088E2DEB08BB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0B42E-33DD-4393-81CE-A3A09AEF6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 3</a:t>
            </a:r>
            <a:endParaRPr lang="en-US" b="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DF7CB-4B2C-4098-A4A5-7CAE631D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B7B4-A868-43DC-A1EA-D7B4A13FA7DA}" type="slidenum">
              <a:rPr lang="en-US" b="1" smtClean="0">
                <a:solidFill>
                  <a:schemeClr val="tx1"/>
                </a:solidFill>
              </a:rPr>
              <a:t>14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7" name="Picture 6" descr="A magnifying glass and a pie chart&#10;&#10;AI-generated content may be incorrect.">
            <a:extLst>
              <a:ext uri="{FF2B5EF4-FFF2-40B4-BE49-F238E27FC236}">
                <a16:creationId xmlns:a16="http://schemas.microsoft.com/office/drawing/2014/main" id="{AB373BDB-2601-7D0E-4BCB-F5C803BDC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969" y="2514144"/>
            <a:ext cx="4090149" cy="293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28153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814</Words>
  <Application>Microsoft Office PowerPoint</Application>
  <PresentationFormat>Widescreen</PresentationFormat>
  <Paragraphs>133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AI-Driven Revenue Analysis using  Power BI</vt:lpstr>
      <vt:lpstr>INTRODUCTION</vt:lpstr>
      <vt:lpstr>PROBLEM STATEMENT</vt:lpstr>
      <vt:lpstr>OBJECTIVES</vt:lpstr>
      <vt:lpstr>REQUIREMENT ANALYSIS</vt:lpstr>
      <vt:lpstr>SYSTEM ARCHITECTURE</vt:lpstr>
      <vt:lpstr>MODULE 1 – REVENUE OVERVIEW</vt:lpstr>
      <vt:lpstr>MODULE 2 – OCCUPANCY &amp; REVENUE METRICS</vt:lpstr>
      <vt:lpstr>MODULE 3 – GUEST ANALYSIS</vt:lpstr>
      <vt:lpstr>MODULE 4 – FORECASTING &amp; CANCELLATION ANALYSIS</vt:lpstr>
      <vt:lpstr>MODULE 5 – REVENUE STRATEGY </vt:lpstr>
      <vt:lpstr>TESTING &amp; IMPLEMENTATION</vt:lpstr>
      <vt:lpstr>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SVS</dc:creator>
  <cp:lastModifiedBy>SVS</cp:lastModifiedBy>
  <cp:revision>427</cp:revision>
  <dcterms:created xsi:type="dcterms:W3CDTF">2026-01-20T12:09:35Z</dcterms:created>
  <dcterms:modified xsi:type="dcterms:W3CDTF">2026-02-23T12:19:32Z</dcterms:modified>
</cp:coreProperties>
</file>